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4" r:id="rId9"/>
    <p:sldId id="261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618DA7-C312-496B-B0B6-5C1B0832010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14B7579-D58D-48EF-8D2F-10C6EA69CD60}">
      <dgm:prSet custT="1"/>
      <dgm:spPr/>
      <dgm:t>
        <a:bodyPr/>
        <a:lstStyle/>
        <a:p>
          <a:r>
            <a:rPr lang="en-US" sz="2000" dirty="0"/>
            <a:t>The development of CAISA – an AI powered training platform to support mental health practitioners through realistic, voice-based simulated therapy sessions.</a:t>
          </a:r>
        </a:p>
      </dgm:t>
    </dgm:pt>
    <dgm:pt modelId="{2A273F63-06D8-4610-BF0B-EFDE2177C3AF}" type="parTrans" cxnId="{97A3934A-F902-4EBE-BC26-1D2DAC9D165B}">
      <dgm:prSet/>
      <dgm:spPr/>
      <dgm:t>
        <a:bodyPr/>
        <a:lstStyle/>
        <a:p>
          <a:endParaRPr lang="en-US"/>
        </a:p>
      </dgm:t>
    </dgm:pt>
    <dgm:pt modelId="{AA5ED0BD-5786-4A63-BBF4-0E3052F9EC34}" type="sibTrans" cxnId="{97A3934A-F902-4EBE-BC26-1D2DAC9D165B}">
      <dgm:prSet/>
      <dgm:spPr/>
      <dgm:t>
        <a:bodyPr/>
        <a:lstStyle/>
        <a:p>
          <a:endParaRPr lang="en-US"/>
        </a:p>
      </dgm:t>
    </dgm:pt>
    <dgm:pt modelId="{1D19E137-756D-48E1-AD32-B7850EF854A8}">
      <dgm:prSet/>
      <dgm:spPr/>
      <dgm:t>
        <a:bodyPr/>
        <a:lstStyle/>
        <a:p>
          <a:r>
            <a:rPr lang="en-US"/>
            <a:t>The goal of CAISA is provide hands-on practice through realistic voice-driven role-play, not clinical care.</a:t>
          </a:r>
        </a:p>
      </dgm:t>
    </dgm:pt>
    <dgm:pt modelId="{2A9F75F4-AA16-47CD-A6F3-2CA928081083}" type="parTrans" cxnId="{DE8806B6-BD61-4E6D-98C7-D3BD661B2F2C}">
      <dgm:prSet/>
      <dgm:spPr/>
      <dgm:t>
        <a:bodyPr/>
        <a:lstStyle/>
        <a:p>
          <a:endParaRPr lang="en-US"/>
        </a:p>
      </dgm:t>
    </dgm:pt>
    <dgm:pt modelId="{49D90521-CC2F-4F30-A63B-546196B3C715}" type="sibTrans" cxnId="{DE8806B6-BD61-4E6D-98C7-D3BD661B2F2C}">
      <dgm:prSet/>
      <dgm:spPr/>
      <dgm:t>
        <a:bodyPr/>
        <a:lstStyle/>
        <a:p>
          <a:endParaRPr lang="en-US"/>
        </a:p>
      </dgm:t>
    </dgm:pt>
    <dgm:pt modelId="{6E40F015-3422-4F0C-B9E1-178A32DA4FAE}" type="pres">
      <dgm:prSet presAssocID="{B8618DA7-C312-496B-B0B6-5C1B08320107}" presName="root" presStyleCnt="0">
        <dgm:presLayoutVars>
          <dgm:dir/>
          <dgm:resizeHandles val="exact"/>
        </dgm:presLayoutVars>
      </dgm:prSet>
      <dgm:spPr/>
    </dgm:pt>
    <dgm:pt modelId="{89FE47D2-CC67-4052-9066-3AB22DA2FF3F}" type="pres">
      <dgm:prSet presAssocID="{A14B7579-D58D-48EF-8D2F-10C6EA69CD60}" presName="compNode" presStyleCnt="0"/>
      <dgm:spPr/>
    </dgm:pt>
    <dgm:pt modelId="{93B8AC76-F0A7-4635-B752-F5FFA533D165}" type="pres">
      <dgm:prSet presAssocID="{A14B7579-D58D-48EF-8D2F-10C6EA69CD6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49D96EC-CBFC-46FE-A504-513AA7E8C68B}" type="pres">
      <dgm:prSet presAssocID="{A14B7579-D58D-48EF-8D2F-10C6EA69CD60}" presName="spaceRect" presStyleCnt="0"/>
      <dgm:spPr/>
    </dgm:pt>
    <dgm:pt modelId="{F6AB9FB9-4409-4CB6-98BE-E09138EB1A7A}" type="pres">
      <dgm:prSet presAssocID="{A14B7579-D58D-48EF-8D2F-10C6EA69CD60}" presName="textRect" presStyleLbl="revTx" presStyleIdx="0" presStyleCnt="2">
        <dgm:presLayoutVars>
          <dgm:chMax val="1"/>
          <dgm:chPref val="1"/>
        </dgm:presLayoutVars>
      </dgm:prSet>
      <dgm:spPr/>
    </dgm:pt>
    <dgm:pt modelId="{6FBB0C04-4721-40A9-A0BE-75EF9369A5E4}" type="pres">
      <dgm:prSet presAssocID="{AA5ED0BD-5786-4A63-BBF4-0E3052F9EC34}" presName="sibTrans" presStyleCnt="0"/>
      <dgm:spPr/>
    </dgm:pt>
    <dgm:pt modelId="{50649F83-D422-46E9-BE11-DC189340141F}" type="pres">
      <dgm:prSet presAssocID="{1D19E137-756D-48E1-AD32-B7850EF854A8}" presName="compNode" presStyleCnt="0"/>
      <dgm:spPr/>
    </dgm:pt>
    <dgm:pt modelId="{84BAC800-96D7-40E0-8FA2-3E389C729433}" type="pres">
      <dgm:prSet presAssocID="{1D19E137-756D-48E1-AD32-B7850EF854A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7E29027-644B-4B4C-B223-7401960067A8}" type="pres">
      <dgm:prSet presAssocID="{1D19E137-756D-48E1-AD32-B7850EF854A8}" presName="spaceRect" presStyleCnt="0"/>
      <dgm:spPr/>
    </dgm:pt>
    <dgm:pt modelId="{8E220C07-6B33-429A-B214-346692C0C3A7}" type="pres">
      <dgm:prSet presAssocID="{1D19E137-756D-48E1-AD32-B7850EF854A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DE4812C-C913-4F46-99B9-681B67B4ED95}" type="presOf" srcId="{A14B7579-D58D-48EF-8D2F-10C6EA69CD60}" destId="{F6AB9FB9-4409-4CB6-98BE-E09138EB1A7A}" srcOrd="0" destOrd="0" presId="urn:microsoft.com/office/officeart/2018/2/layout/IconLabelList"/>
    <dgm:cxn modelId="{90F32642-C103-4C4F-A592-51E2245E7000}" type="presOf" srcId="{1D19E137-756D-48E1-AD32-B7850EF854A8}" destId="{8E220C07-6B33-429A-B214-346692C0C3A7}" srcOrd="0" destOrd="0" presId="urn:microsoft.com/office/officeart/2018/2/layout/IconLabelList"/>
    <dgm:cxn modelId="{97A3934A-F902-4EBE-BC26-1D2DAC9D165B}" srcId="{B8618DA7-C312-496B-B0B6-5C1B08320107}" destId="{A14B7579-D58D-48EF-8D2F-10C6EA69CD60}" srcOrd="0" destOrd="0" parTransId="{2A273F63-06D8-4610-BF0B-EFDE2177C3AF}" sibTransId="{AA5ED0BD-5786-4A63-BBF4-0E3052F9EC34}"/>
    <dgm:cxn modelId="{DE8806B6-BD61-4E6D-98C7-D3BD661B2F2C}" srcId="{B8618DA7-C312-496B-B0B6-5C1B08320107}" destId="{1D19E137-756D-48E1-AD32-B7850EF854A8}" srcOrd="1" destOrd="0" parTransId="{2A9F75F4-AA16-47CD-A6F3-2CA928081083}" sibTransId="{49D90521-CC2F-4F30-A63B-546196B3C715}"/>
    <dgm:cxn modelId="{399A80DF-FD5A-4B09-81C9-1F9D408CE68C}" type="presOf" srcId="{B8618DA7-C312-496B-B0B6-5C1B08320107}" destId="{6E40F015-3422-4F0C-B9E1-178A32DA4FAE}" srcOrd="0" destOrd="0" presId="urn:microsoft.com/office/officeart/2018/2/layout/IconLabelList"/>
    <dgm:cxn modelId="{9B1B5576-7BA7-4FC7-8C33-B3FF90A51FD2}" type="presParOf" srcId="{6E40F015-3422-4F0C-B9E1-178A32DA4FAE}" destId="{89FE47D2-CC67-4052-9066-3AB22DA2FF3F}" srcOrd="0" destOrd="0" presId="urn:microsoft.com/office/officeart/2018/2/layout/IconLabelList"/>
    <dgm:cxn modelId="{D4287DBA-45CA-48A8-92D9-43E824E94A04}" type="presParOf" srcId="{89FE47D2-CC67-4052-9066-3AB22DA2FF3F}" destId="{93B8AC76-F0A7-4635-B752-F5FFA533D165}" srcOrd="0" destOrd="0" presId="urn:microsoft.com/office/officeart/2018/2/layout/IconLabelList"/>
    <dgm:cxn modelId="{C61FF0A9-CA42-4D5F-846F-23234392C52F}" type="presParOf" srcId="{89FE47D2-CC67-4052-9066-3AB22DA2FF3F}" destId="{349D96EC-CBFC-46FE-A504-513AA7E8C68B}" srcOrd="1" destOrd="0" presId="urn:microsoft.com/office/officeart/2018/2/layout/IconLabelList"/>
    <dgm:cxn modelId="{2F7F58BB-7384-4BD9-9AFE-5FF07957C6E7}" type="presParOf" srcId="{89FE47D2-CC67-4052-9066-3AB22DA2FF3F}" destId="{F6AB9FB9-4409-4CB6-98BE-E09138EB1A7A}" srcOrd="2" destOrd="0" presId="urn:microsoft.com/office/officeart/2018/2/layout/IconLabelList"/>
    <dgm:cxn modelId="{959AB3B7-94EE-4A98-BCAB-81DCD9A6B38D}" type="presParOf" srcId="{6E40F015-3422-4F0C-B9E1-178A32DA4FAE}" destId="{6FBB0C04-4721-40A9-A0BE-75EF9369A5E4}" srcOrd="1" destOrd="0" presId="urn:microsoft.com/office/officeart/2018/2/layout/IconLabelList"/>
    <dgm:cxn modelId="{E612D2D0-E80A-4892-B513-11A2E7EA119A}" type="presParOf" srcId="{6E40F015-3422-4F0C-B9E1-178A32DA4FAE}" destId="{50649F83-D422-46E9-BE11-DC189340141F}" srcOrd="2" destOrd="0" presId="urn:microsoft.com/office/officeart/2018/2/layout/IconLabelList"/>
    <dgm:cxn modelId="{601931FA-8C53-4A2F-9F49-4BA34A250DA9}" type="presParOf" srcId="{50649F83-D422-46E9-BE11-DC189340141F}" destId="{84BAC800-96D7-40E0-8FA2-3E389C729433}" srcOrd="0" destOrd="0" presId="urn:microsoft.com/office/officeart/2018/2/layout/IconLabelList"/>
    <dgm:cxn modelId="{0874745F-08A8-41C9-A1B3-3A4D9D4C421B}" type="presParOf" srcId="{50649F83-D422-46E9-BE11-DC189340141F}" destId="{B7E29027-644B-4B4C-B223-7401960067A8}" srcOrd="1" destOrd="0" presId="urn:microsoft.com/office/officeart/2018/2/layout/IconLabelList"/>
    <dgm:cxn modelId="{4CDD4000-6496-4101-8DEE-5BDDC54845FA}" type="presParOf" srcId="{50649F83-D422-46E9-BE11-DC189340141F}" destId="{8E220C07-6B33-429A-B214-346692C0C3A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EE3B53-010F-4FDC-990E-DDCA9310B7C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9C5EC22-AFDE-4152-B8A9-1B4BF1EF0EDB}">
      <dgm:prSet custT="1"/>
      <dgm:spPr/>
      <dgm:t>
        <a:bodyPr/>
        <a:lstStyle/>
        <a:p>
          <a:pPr>
            <a:defRPr cap="all"/>
          </a:pPr>
          <a:r>
            <a:rPr lang="en-US" sz="2000" dirty="0"/>
            <a:t>Realistic practice: a natural client voice &amp; affect; short turn talking.</a:t>
          </a:r>
        </a:p>
      </dgm:t>
    </dgm:pt>
    <dgm:pt modelId="{439D1F9E-3825-4C66-9C58-3F7315A8A8E9}" type="parTrans" cxnId="{DDED7005-357E-4FAD-90D5-9A3D2AFEE834}">
      <dgm:prSet/>
      <dgm:spPr/>
      <dgm:t>
        <a:bodyPr/>
        <a:lstStyle/>
        <a:p>
          <a:endParaRPr lang="en-US"/>
        </a:p>
      </dgm:t>
    </dgm:pt>
    <dgm:pt modelId="{06386293-DF1F-4A41-BDAC-FEBC167CB090}" type="sibTrans" cxnId="{DDED7005-357E-4FAD-90D5-9A3D2AFEE834}">
      <dgm:prSet/>
      <dgm:spPr/>
      <dgm:t>
        <a:bodyPr/>
        <a:lstStyle/>
        <a:p>
          <a:endParaRPr lang="en-US"/>
        </a:p>
      </dgm:t>
    </dgm:pt>
    <dgm:pt modelId="{AF1C3226-B361-46DE-B764-D9456960BF55}">
      <dgm:prSet/>
      <dgm:spPr/>
      <dgm:t>
        <a:bodyPr/>
        <a:lstStyle/>
        <a:p>
          <a:pPr>
            <a:defRPr cap="all"/>
          </a:pPr>
          <a:r>
            <a:rPr lang="en-US"/>
            <a:t>Safety: No clinical advice from AI; crisis reduction</a:t>
          </a:r>
        </a:p>
      </dgm:t>
    </dgm:pt>
    <dgm:pt modelId="{597C0DF4-F380-4456-9AA8-BAEE8CA6962A}" type="parTrans" cxnId="{F9FCFF6E-104D-4BFA-9CD2-5D58F0666AF1}">
      <dgm:prSet/>
      <dgm:spPr/>
      <dgm:t>
        <a:bodyPr/>
        <a:lstStyle/>
        <a:p>
          <a:endParaRPr lang="en-US"/>
        </a:p>
      </dgm:t>
    </dgm:pt>
    <dgm:pt modelId="{113EAF0F-3A38-4D13-BE14-D983093AD6C7}" type="sibTrans" cxnId="{F9FCFF6E-104D-4BFA-9CD2-5D58F0666AF1}">
      <dgm:prSet/>
      <dgm:spPr/>
      <dgm:t>
        <a:bodyPr/>
        <a:lstStyle/>
        <a:p>
          <a:endParaRPr lang="en-US"/>
        </a:p>
      </dgm:t>
    </dgm:pt>
    <dgm:pt modelId="{5F0A4B39-255F-4E0C-A9F6-628F3E57067B}">
      <dgm:prSet/>
      <dgm:spPr/>
      <dgm:t>
        <a:bodyPr/>
        <a:lstStyle/>
        <a:p>
          <a:pPr>
            <a:defRPr cap="all"/>
          </a:pPr>
          <a:r>
            <a:rPr lang="en-US"/>
            <a:t>Privacy: no PHI retention by default</a:t>
          </a:r>
        </a:p>
      </dgm:t>
    </dgm:pt>
    <dgm:pt modelId="{BC1028C8-4C99-4CCD-A760-42ED7D9D2B13}" type="parTrans" cxnId="{B2F01831-6688-4FD1-B129-56BA03541E6B}">
      <dgm:prSet/>
      <dgm:spPr/>
      <dgm:t>
        <a:bodyPr/>
        <a:lstStyle/>
        <a:p>
          <a:endParaRPr lang="en-US"/>
        </a:p>
      </dgm:t>
    </dgm:pt>
    <dgm:pt modelId="{734A9331-81D1-4081-B6CA-119F0BAA0885}" type="sibTrans" cxnId="{B2F01831-6688-4FD1-B129-56BA03541E6B}">
      <dgm:prSet/>
      <dgm:spPr/>
      <dgm:t>
        <a:bodyPr/>
        <a:lstStyle/>
        <a:p>
          <a:endParaRPr lang="en-US"/>
        </a:p>
      </dgm:t>
    </dgm:pt>
    <dgm:pt modelId="{D22DBF08-5A2E-4D01-86BA-01D7557879C1}">
      <dgm:prSet/>
      <dgm:spPr/>
      <dgm:t>
        <a:bodyPr/>
        <a:lstStyle/>
        <a:p>
          <a:pPr>
            <a:defRPr cap="all"/>
          </a:pPr>
          <a:r>
            <a:rPr lang="en-US"/>
            <a:t>Feedback: quick signals on empathy, specificity, risk</a:t>
          </a:r>
        </a:p>
      </dgm:t>
    </dgm:pt>
    <dgm:pt modelId="{DDF1F71D-46AF-43B5-B49A-781A8FB3BCDD}" type="parTrans" cxnId="{0348AC8D-42B2-4F16-805A-B93CCEB3393F}">
      <dgm:prSet/>
      <dgm:spPr/>
      <dgm:t>
        <a:bodyPr/>
        <a:lstStyle/>
        <a:p>
          <a:endParaRPr lang="en-US"/>
        </a:p>
      </dgm:t>
    </dgm:pt>
    <dgm:pt modelId="{421F4DEC-3DB7-40AD-9C96-0AA372F0F7E6}" type="sibTrans" cxnId="{0348AC8D-42B2-4F16-805A-B93CCEB3393F}">
      <dgm:prSet/>
      <dgm:spPr/>
      <dgm:t>
        <a:bodyPr/>
        <a:lstStyle/>
        <a:p>
          <a:endParaRPr lang="en-US"/>
        </a:p>
      </dgm:t>
    </dgm:pt>
    <dgm:pt modelId="{A1E99D69-36E0-4288-8AC8-A93B530007CC}">
      <dgm:prSet/>
      <dgm:spPr/>
      <dgm:t>
        <a:bodyPr/>
        <a:lstStyle/>
        <a:p>
          <a:pPr>
            <a:defRPr cap="all"/>
          </a:pPr>
          <a:r>
            <a:rPr lang="en-US"/>
            <a:t>Low friction: click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speak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hear reply</a:t>
          </a:r>
        </a:p>
      </dgm:t>
    </dgm:pt>
    <dgm:pt modelId="{3C497456-1759-46AA-BA78-9F21784F5DC3}" type="parTrans" cxnId="{E141C407-3AA6-485F-9887-6F6F249E3CBC}">
      <dgm:prSet/>
      <dgm:spPr/>
      <dgm:t>
        <a:bodyPr/>
        <a:lstStyle/>
        <a:p>
          <a:endParaRPr lang="en-US"/>
        </a:p>
      </dgm:t>
    </dgm:pt>
    <dgm:pt modelId="{31E79C7E-C205-4608-9F74-6C380E238FBF}" type="sibTrans" cxnId="{E141C407-3AA6-485F-9887-6F6F249E3CBC}">
      <dgm:prSet/>
      <dgm:spPr/>
      <dgm:t>
        <a:bodyPr/>
        <a:lstStyle/>
        <a:p>
          <a:endParaRPr lang="en-US"/>
        </a:p>
      </dgm:t>
    </dgm:pt>
    <dgm:pt modelId="{7FB210D0-B18D-4B19-88EF-B614AF61F944}" type="pres">
      <dgm:prSet presAssocID="{E3EE3B53-010F-4FDC-990E-DDCA9310B7C6}" presName="root" presStyleCnt="0">
        <dgm:presLayoutVars>
          <dgm:dir/>
          <dgm:resizeHandles val="exact"/>
        </dgm:presLayoutVars>
      </dgm:prSet>
      <dgm:spPr/>
    </dgm:pt>
    <dgm:pt modelId="{3A73CABE-C7B6-4B8D-A7A4-B0AD23BFDAD0}" type="pres">
      <dgm:prSet presAssocID="{29C5EC22-AFDE-4152-B8A9-1B4BF1EF0EDB}" presName="compNode" presStyleCnt="0"/>
      <dgm:spPr/>
    </dgm:pt>
    <dgm:pt modelId="{CFDC7F3A-CD6D-4CAA-97AC-16AE245522DC}" type="pres">
      <dgm:prSet presAssocID="{29C5EC22-AFDE-4152-B8A9-1B4BF1EF0EDB}" presName="iconBgRect" presStyleLbl="bgShp" presStyleIdx="0" presStyleCnt="5"/>
      <dgm:spPr/>
    </dgm:pt>
    <dgm:pt modelId="{436717C4-5F84-4EEF-BB36-15946187408E}" type="pres">
      <dgm:prSet presAssocID="{29C5EC22-AFDE-4152-B8A9-1B4BF1EF0ED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45EF068B-D623-4BA6-ACC2-C3FE09AC0E6B}" type="pres">
      <dgm:prSet presAssocID="{29C5EC22-AFDE-4152-B8A9-1B4BF1EF0EDB}" presName="spaceRect" presStyleCnt="0"/>
      <dgm:spPr/>
    </dgm:pt>
    <dgm:pt modelId="{FCB7586A-FC7E-403F-96AC-D71EFA0E038F}" type="pres">
      <dgm:prSet presAssocID="{29C5EC22-AFDE-4152-B8A9-1B4BF1EF0EDB}" presName="textRect" presStyleLbl="revTx" presStyleIdx="0" presStyleCnt="5">
        <dgm:presLayoutVars>
          <dgm:chMax val="1"/>
          <dgm:chPref val="1"/>
        </dgm:presLayoutVars>
      </dgm:prSet>
      <dgm:spPr/>
    </dgm:pt>
    <dgm:pt modelId="{1BFF8813-F5BE-4862-8304-632D548A973C}" type="pres">
      <dgm:prSet presAssocID="{06386293-DF1F-4A41-BDAC-FEBC167CB090}" presName="sibTrans" presStyleCnt="0"/>
      <dgm:spPr/>
    </dgm:pt>
    <dgm:pt modelId="{ABC951D7-752A-4AD3-A06C-A43E9A51D5B4}" type="pres">
      <dgm:prSet presAssocID="{AF1C3226-B361-46DE-B764-D9456960BF55}" presName="compNode" presStyleCnt="0"/>
      <dgm:spPr/>
    </dgm:pt>
    <dgm:pt modelId="{B15E2C66-477B-4E82-950C-D7FA5FD828FC}" type="pres">
      <dgm:prSet presAssocID="{AF1C3226-B361-46DE-B764-D9456960BF55}" presName="iconBgRect" presStyleLbl="bgShp" presStyleIdx="1" presStyleCnt="5"/>
      <dgm:spPr/>
    </dgm:pt>
    <dgm:pt modelId="{CC3F31F0-A287-4271-8719-CB2FD72CE654}" type="pres">
      <dgm:prSet presAssocID="{AF1C3226-B361-46DE-B764-D9456960BF5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7BFA613-4EF5-4CD7-A701-D15BC0F5CC72}" type="pres">
      <dgm:prSet presAssocID="{AF1C3226-B361-46DE-B764-D9456960BF55}" presName="spaceRect" presStyleCnt="0"/>
      <dgm:spPr/>
    </dgm:pt>
    <dgm:pt modelId="{42B96584-F7B8-4E89-876F-95C9177C24AB}" type="pres">
      <dgm:prSet presAssocID="{AF1C3226-B361-46DE-B764-D9456960BF55}" presName="textRect" presStyleLbl="revTx" presStyleIdx="1" presStyleCnt="5">
        <dgm:presLayoutVars>
          <dgm:chMax val="1"/>
          <dgm:chPref val="1"/>
        </dgm:presLayoutVars>
      </dgm:prSet>
      <dgm:spPr/>
    </dgm:pt>
    <dgm:pt modelId="{F2FAFD65-5930-4D4D-ACDE-806044F2FCD3}" type="pres">
      <dgm:prSet presAssocID="{113EAF0F-3A38-4D13-BE14-D983093AD6C7}" presName="sibTrans" presStyleCnt="0"/>
      <dgm:spPr/>
    </dgm:pt>
    <dgm:pt modelId="{2D2317DC-571E-4C3B-9276-5FB38E55E0CE}" type="pres">
      <dgm:prSet presAssocID="{5F0A4B39-255F-4E0C-A9F6-628F3E57067B}" presName="compNode" presStyleCnt="0"/>
      <dgm:spPr/>
    </dgm:pt>
    <dgm:pt modelId="{62CEDAC9-0561-4091-8F7A-622A333EF71C}" type="pres">
      <dgm:prSet presAssocID="{5F0A4B39-255F-4E0C-A9F6-628F3E57067B}" presName="iconBgRect" presStyleLbl="bgShp" presStyleIdx="2" presStyleCnt="5"/>
      <dgm:spPr/>
    </dgm:pt>
    <dgm:pt modelId="{80BFBAA7-273B-4118-BAE1-D3ED8B67B10A}" type="pres">
      <dgm:prSet presAssocID="{5F0A4B39-255F-4E0C-A9F6-628F3E57067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FE27D07-82BB-42D3-B74C-265FDAA19DC0}" type="pres">
      <dgm:prSet presAssocID="{5F0A4B39-255F-4E0C-A9F6-628F3E57067B}" presName="spaceRect" presStyleCnt="0"/>
      <dgm:spPr/>
    </dgm:pt>
    <dgm:pt modelId="{29FAD86E-6A9E-45CD-9DD2-D9BA516008BC}" type="pres">
      <dgm:prSet presAssocID="{5F0A4B39-255F-4E0C-A9F6-628F3E57067B}" presName="textRect" presStyleLbl="revTx" presStyleIdx="2" presStyleCnt="5">
        <dgm:presLayoutVars>
          <dgm:chMax val="1"/>
          <dgm:chPref val="1"/>
        </dgm:presLayoutVars>
      </dgm:prSet>
      <dgm:spPr/>
    </dgm:pt>
    <dgm:pt modelId="{EE2568F3-1693-41FB-B0CE-84C7D24E7DE8}" type="pres">
      <dgm:prSet presAssocID="{734A9331-81D1-4081-B6CA-119F0BAA0885}" presName="sibTrans" presStyleCnt="0"/>
      <dgm:spPr/>
    </dgm:pt>
    <dgm:pt modelId="{E726A867-647C-4BF1-8519-0E8640B60E52}" type="pres">
      <dgm:prSet presAssocID="{D22DBF08-5A2E-4D01-86BA-01D7557879C1}" presName="compNode" presStyleCnt="0"/>
      <dgm:spPr/>
    </dgm:pt>
    <dgm:pt modelId="{B7A775D7-8123-4B39-9D25-EB5D69BED5F4}" type="pres">
      <dgm:prSet presAssocID="{D22DBF08-5A2E-4D01-86BA-01D7557879C1}" presName="iconBgRect" presStyleLbl="bgShp" presStyleIdx="3" presStyleCnt="5"/>
      <dgm:spPr/>
    </dgm:pt>
    <dgm:pt modelId="{761C1FE8-4830-4E57-A330-242DDEA787E5}" type="pres">
      <dgm:prSet presAssocID="{D22DBF08-5A2E-4D01-86BA-01D7557879C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rvous Face with Solid Fill"/>
        </a:ext>
      </dgm:extLst>
    </dgm:pt>
    <dgm:pt modelId="{DD275C1C-39A6-43D4-AD87-E83581558E60}" type="pres">
      <dgm:prSet presAssocID="{D22DBF08-5A2E-4D01-86BA-01D7557879C1}" presName="spaceRect" presStyleCnt="0"/>
      <dgm:spPr/>
    </dgm:pt>
    <dgm:pt modelId="{0F5C015A-B237-41FB-81B5-ABC9A8E422A9}" type="pres">
      <dgm:prSet presAssocID="{D22DBF08-5A2E-4D01-86BA-01D7557879C1}" presName="textRect" presStyleLbl="revTx" presStyleIdx="3" presStyleCnt="5">
        <dgm:presLayoutVars>
          <dgm:chMax val="1"/>
          <dgm:chPref val="1"/>
        </dgm:presLayoutVars>
      </dgm:prSet>
      <dgm:spPr/>
    </dgm:pt>
    <dgm:pt modelId="{372442FA-EE60-493A-92DA-67D25FD85CAF}" type="pres">
      <dgm:prSet presAssocID="{421F4DEC-3DB7-40AD-9C96-0AA372F0F7E6}" presName="sibTrans" presStyleCnt="0"/>
      <dgm:spPr/>
    </dgm:pt>
    <dgm:pt modelId="{8093CD7D-59BA-4081-A01D-A9F1E84F8EEE}" type="pres">
      <dgm:prSet presAssocID="{A1E99D69-36E0-4288-8AC8-A93B530007CC}" presName="compNode" presStyleCnt="0"/>
      <dgm:spPr/>
    </dgm:pt>
    <dgm:pt modelId="{702104AC-BDB2-4DBD-8231-562559379CF8}" type="pres">
      <dgm:prSet presAssocID="{A1E99D69-36E0-4288-8AC8-A93B530007CC}" presName="iconBgRect" presStyleLbl="bgShp" presStyleIdx="4" presStyleCnt="5"/>
      <dgm:spPr/>
    </dgm:pt>
    <dgm:pt modelId="{27FDC25C-0190-49D7-A2D1-2B7362576524}" type="pres">
      <dgm:prSet presAssocID="{A1E99D69-36E0-4288-8AC8-A93B530007C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4D545AE3-C733-48E5-B465-4F8E8787B9E6}" type="pres">
      <dgm:prSet presAssocID="{A1E99D69-36E0-4288-8AC8-A93B530007CC}" presName="spaceRect" presStyleCnt="0"/>
      <dgm:spPr/>
    </dgm:pt>
    <dgm:pt modelId="{BC424896-A2E1-41F7-8309-CD4C6C54A90C}" type="pres">
      <dgm:prSet presAssocID="{A1E99D69-36E0-4288-8AC8-A93B530007C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DED7005-357E-4FAD-90D5-9A3D2AFEE834}" srcId="{E3EE3B53-010F-4FDC-990E-DDCA9310B7C6}" destId="{29C5EC22-AFDE-4152-B8A9-1B4BF1EF0EDB}" srcOrd="0" destOrd="0" parTransId="{439D1F9E-3825-4C66-9C58-3F7315A8A8E9}" sibTransId="{06386293-DF1F-4A41-BDAC-FEBC167CB090}"/>
    <dgm:cxn modelId="{E141C407-3AA6-485F-9887-6F6F249E3CBC}" srcId="{E3EE3B53-010F-4FDC-990E-DDCA9310B7C6}" destId="{A1E99D69-36E0-4288-8AC8-A93B530007CC}" srcOrd="4" destOrd="0" parTransId="{3C497456-1759-46AA-BA78-9F21784F5DC3}" sibTransId="{31E79C7E-C205-4608-9F74-6C380E238FBF}"/>
    <dgm:cxn modelId="{B2F01831-6688-4FD1-B129-56BA03541E6B}" srcId="{E3EE3B53-010F-4FDC-990E-DDCA9310B7C6}" destId="{5F0A4B39-255F-4E0C-A9F6-628F3E57067B}" srcOrd="2" destOrd="0" parTransId="{BC1028C8-4C99-4CCD-A760-42ED7D9D2B13}" sibTransId="{734A9331-81D1-4081-B6CA-119F0BAA0885}"/>
    <dgm:cxn modelId="{2A4C3336-51E4-443B-94C7-F5A62950C1C5}" type="presOf" srcId="{D22DBF08-5A2E-4D01-86BA-01D7557879C1}" destId="{0F5C015A-B237-41FB-81B5-ABC9A8E422A9}" srcOrd="0" destOrd="0" presId="urn:microsoft.com/office/officeart/2018/5/layout/IconCircleLabelList"/>
    <dgm:cxn modelId="{C7C21145-0007-493A-AD7D-45428C158ED8}" type="presOf" srcId="{AF1C3226-B361-46DE-B764-D9456960BF55}" destId="{42B96584-F7B8-4E89-876F-95C9177C24AB}" srcOrd="0" destOrd="0" presId="urn:microsoft.com/office/officeart/2018/5/layout/IconCircleLabelList"/>
    <dgm:cxn modelId="{F9FCFF6E-104D-4BFA-9CD2-5D58F0666AF1}" srcId="{E3EE3B53-010F-4FDC-990E-DDCA9310B7C6}" destId="{AF1C3226-B361-46DE-B764-D9456960BF55}" srcOrd="1" destOrd="0" parTransId="{597C0DF4-F380-4456-9AA8-BAEE8CA6962A}" sibTransId="{113EAF0F-3A38-4D13-BE14-D983093AD6C7}"/>
    <dgm:cxn modelId="{DC38868D-BB4E-40EA-B136-2D882349D4E7}" type="presOf" srcId="{5F0A4B39-255F-4E0C-A9F6-628F3E57067B}" destId="{29FAD86E-6A9E-45CD-9DD2-D9BA516008BC}" srcOrd="0" destOrd="0" presId="urn:microsoft.com/office/officeart/2018/5/layout/IconCircleLabelList"/>
    <dgm:cxn modelId="{0348AC8D-42B2-4F16-805A-B93CCEB3393F}" srcId="{E3EE3B53-010F-4FDC-990E-DDCA9310B7C6}" destId="{D22DBF08-5A2E-4D01-86BA-01D7557879C1}" srcOrd="3" destOrd="0" parTransId="{DDF1F71D-46AF-43B5-B49A-781A8FB3BCDD}" sibTransId="{421F4DEC-3DB7-40AD-9C96-0AA372F0F7E6}"/>
    <dgm:cxn modelId="{5530D0AE-BA82-45A5-9EA2-E0522F806F35}" type="presOf" srcId="{A1E99D69-36E0-4288-8AC8-A93B530007CC}" destId="{BC424896-A2E1-41F7-8309-CD4C6C54A90C}" srcOrd="0" destOrd="0" presId="urn:microsoft.com/office/officeart/2018/5/layout/IconCircleLabelList"/>
    <dgm:cxn modelId="{FCDF11C0-89C9-484A-AE76-B8835A8BAE70}" type="presOf" srcId="{29C5EC22-AFDE-4152-B8A9-1B4BF1EF0EDB}" destId="{FCB7586A-FC7E-403F-96AC-D71EFA0E038F}" srcOrd="0" destOrd="0" presId="urn:microsoft.com/office/officeart/2018/5/layout/IconCircleLabelList"/>
    <dgm:cxn modelId="{F4DC31D3-AE33-4241-8F9B-6CFB384A9F94}" type="presOf" srcId="{E3EE3B53-010F-4FDC-990E-DDCA9310B7C6}" destId="{7FB210D0-B18D-4B19-88EF-B614AF61F944}" srcOrd="0" destOrd="0" presId="urn:microsoft.com/office/officeart/2018/5/layout/IconCircleLabelList"/>
    <dgm:cxn modelId="{4A0359EF-501B-4093-BBA5-C2436D987B73}" type="presParOf" srcId="{7FB210D0-B18D-4B19-88EF-B614AF61F944}" destId="{3A73CABE-C7B6-4B8D-A7A4-B0AD23BFDAD0}" srcOrd="0" destOrd="0" presId="urn:microsoft.com/office/officeart/2018/5/layout/IconCircleLabelList"/>
    <dgm:cxn modelId="{3860B752-9C8D-4A49-9D3A-DD0ED1645D8E}" type="presParOf" srcId="{3A73CABE-C7B6-4B8D-A7A4-B0AD23BFDAD0}" destId="{CFDC7F3A-CD6D-4CAA-97AC-16AE245522DC}" srcOrd="0" destOrd="0" presId="urn:microsoft.com/office/officeart/2018/5/layout/IconCircleLabelList"/>
    <dgm:cxn modelId="{510F4452-EE11-4802-BE60-D238ABDA1505}" type="presParOf" srcId="{3A73CABE-C7B6-4B8D-A7A4-B0AD23BFDAD0}" destId="{436717C4-5F84-4EEF-BB36-15946187408E}" srcOrd="1" destOrd="0" presId="urn:microsoft.com/office/officeart/2018/5/layout/IconCircleLabelList"/>
    <dgm:cxn modelId="{EB227E99-F975-4FA7-8A4F-313C6173BDF7}" type="presParOf" srcId="{3A73CABE-C7B6-4B8D-A7A4-B0AD23BFDAD0}" destId="{45EF068B-D623-4BA6-ACC2-C3FE09AC0E6B}" srcOrd="2" destOrd="0" presId="urn:microsoft.com/office/officeart/2018/5/layout/IconCircleLabelList"/>
    <dgm:cxn modelId="{6148A3E8-3430-4A0B-B39C-D5418801CE34}" type="presParOf" srcId="{3A73CABE-C7B6-4B8D-A7A4-B0AD23BFDAD0}" destId="{FCB7586A-FC7E-403F-96AC-D71EFA0E038F}" srcOrd="3" destOrd="0" presId="urn:microsoft.com/office/officeart/2018/5/layout/IconCircleLabelList"/>
    <dgm:cxn modelId="{4D4C4123-483E-4EB6-A8AF-E4516FA0D754}" type="presParOf" srcId="{7FB210D0-B18D-4B19-88EF-B614AF61F944}" destId="{1BFF8813-F5BE-4862-8304-632D548A973C}" srcOrd="1" destOrd="0" presId="urn:microsoft.com/office/officeart/2018/5/layout/IconCircleLabelList"/>
    <dgm:cxn modelId="{7FC70161-8D83-491B-B656-5B5E3C8845A5}" type="presParOf" srcId="{7FB210D0-B18D-4B19-88EF-B614AF61F944}" destId="{ABC951D7-752A-4AD3-A06C-A43E9A51D5B4}" srcOrd="2" destOrd="0" presId="urn:microsoft.com/office/officeart/2018/5/layout/IconCircleLabelList"/>
    <dgm:cxn modelId="{4A8686A5-855F-4918-BCE1-C020903CA53A}" type="presParOf" srcId="{ABC951D7-752A-4AD3-A06C-A43E9A51D5B4}" destId="{B15E2C66-477B-4E82-950C-D7FA5FD828FC}" srcOrd="0" destOrd="0" presId="urn:microsoft.com/office/officeart/2018/5/layout/IconCircleLabelList"/>
    <dgm:cxn modelId="{6ADB1794-39E8-4E89-9FF0-290753BDB6E2}" type="presParOf" srcId="{ABC951D7-752A-4AD3-A06C-A43E9A51D5B4}" destId="{CC3F31F0-A287-4271-8719-CB2FD72CE654}" srcOrd="1" destOrd="0" presId="urn:microsoft.com/office/officeart/2018/5/layout/IconCircleLabelList"/>
    <dgm:cxn modelId="{52085A9F-8852-4020-B972-49545103B5A9}" type="presParOf" srcId="{ABC951D7-752A-4AD3-A06C-A43E9A51D5B4}" destId="{67BFA613-4EF5-4CD7-A701-D15BC0F5CC72}" srcOrd="2" destOrd="0" presId="urn:microsoft.com/office/officeart/2018/5/layout/IconCircleLabelList"/>
    <dgm:cxn modelId="{E9EE358E-3D9F-4EC8-BF55-8B94DE047F92}" type="presParOf" srcId="{ABC951D7-752A-4AD3-A06C-A43E9A51D5B4}" destId="{42B96584-F7B8-4E89-876F-95C9177C24AB}" srcOrd="3" destOrd="0" presId="urn:microsoft.com/office/officeart/2018/5/layout/IconCircleLabelList"/>
    <dgm:cxn modelId="{D9E3C17B-1DB6-4C95-A3B9-B10EA6AD6FB8}" type="presParOf" srcId="{7FB210D0-B18D-4B19-88EF-B614AF61F944}" destId="{F2FAFD65-5930-4D4D-ACDE-806044F2FCD3}" srcOrd="3" destOrd="0" presId="urn:microsoft.com/office/officeart/2018/5/layout/IconCircleLabelList"/>
    <dgm:cxn modelId="{AF80B1D5-4B4C-4768-9805-5B5674D9F7D0}" type="presParOf" srcId="{7FB210D0-B18D-4B19-88EF-B614AF61F944}" destId="{2D2317DC-571E-4C3B-9276-5FB38E55E0CE}" srcOrd="4" destOrd="0" presId="urn:microsoft.com/office/officeart/2018/5/layout/IconCircleLabelList"/>
    <dgm:cxn modelId="{6E21A80A-6DFA-470F-AEE7-C0B940F38259}" type="presParOf" srcId="{2D2317DC-571E-4C3B-9276-5FB38E55E0CE}" destId="{62CEDAC9-0561-4091-8F7A-622A333EF71C}" srcOrd="0" destOrd="0" presId="urn:microsoft.com/office/officeart/2018/5/layout/IconCircleLabelList"/>
    <dgm:cxn modelId="{0241A7E5-9B4B-492E-9B56-EF463204A9E5}" type="presParOf" srcId="{2D2317DC-571E-4C3B-9276-5FB38E55E0CE}" destId="{80BFBAA7-273B-4118-BAE1-D3ED8B67B10A}" srcOrd="1" destOrd="0" presId="urn:microsoft.com/office/officeart/2018/5/layout/IconCircleLabelList"/>
    <dgm:cxn modelId="{A21C5852-557D-4541-B765-726B79A77C20}" type="presParOf" srcId="{2D2317DC-571E-4C3B-9276-5FB38E55E0CE}" destId="{DFE27D07-82BB-42D3-B74C-265FDAA19DC0}" srcOrd="2" destOrd="0" presId="urn:microsoft.com/office/officeart/2018/5/layout/IconCircleLabelList"/>
    <dgm:cxn modelId="{6B8FDF02-2A53-4625-8B6F-9E93C18C1030}" type="presParOf" srcId="{2D2317DC-571E-4C3B-9276-5FB38E55E0CE}" destId="{29FAD86E-6A9E-45CD-9DD2-D9BA516008BC}" srcOrd="3" destOrd="0" presId="urn:microsoft.com/office/officeart/2018/5/layout/IconCircleLabelList"/>
    <dgm:cxn modelId="{1BB1DEAE-CDE9-4E17-B62F-8317FEA074DB}" type="presParOf" srcId="{7FB210D0-B18D-4B19-88EF-B614AF61F944}" destId="{EE2568F3-1693-41FB-B0CE-84C7D24E7DE8}" srcOrd="5" destOrd="0" presId="urn:microsoft.com/office/officeart/2018/5/layout/IconCircleLabelList"/>
    <dgm:cxn modelId="{23985E74-385D-417B-8AF3-93D442AC9A55}" type="presParOf" srcId="{7FB210D0-B18D-4B19-88EF-B614AF61F944}" destId="{E726A867-647C-4BF1-8519-0E8640B60E52}" srcOrd="6" destOrd="0" presId="urn:microsoft.com/office/officeart/2018/5/layout/IconCircleLabelList"/>
    <dgm:cxn modelId="{7FA811B6-E258-4916-B4D8-EDBA6F1417C0}" type="presParOf" srcId="{E726A867-647C-4BF1-8519-0E8640B60E52}" destId="{B7A775D7-8123-4B39-9D25-EB5D69BED5F4}" srcOrd="0" destOrd="0" presId="urn:microsoft.com/office/officeart/2018/5/layout/IconCircleLabelList"/>
    <dgm:cxn modelId="{8A3F5CBD-E5AD-426C-8057-630D12241CF5}" type="presParOf" srcId="{E726A867-647C-4BF1-8519-0E8640B60E52}" destId="{761C1FE8-4830-4E57-A330-242DDEA787E5}" srcOrd="1" destOrd="0" presId="urn:microsoft.com/office/officeart/2018/5/layout/IconCircleLabelList"/>
    <dgm:cxn modelId="{933C0834-FF48-4413-B14B-111C3E58CB0C}" type="presParOf" srcId="{E726A867-647C-4BF1-8519-0E8640B60E52}" destId="{DD275C1C-39A6-43D4-AD87-E83581558E60}" srcOrd="2" destOrd="0" presId="urn:microsoft.com/office/officeart/2018/5/layout/IconCircleLabelList"/>
    <dgm:cxn modelId="{84C9EAEB-09A7-45E6-BB25-38B407504A64}" type="presParOf" srcId="{E726A867-647C-4BF1-8519-0E8640B60E52}" destId="{0F5C015A-B237-41FB-81B5-ABC9A8E422A9}" srcOrd="3" destOrd="0" presId="urn:microsoft.com/office/officeart/2018/5/layout/IconCircleLabelList"/>
    <dgm:cxn modelId="{5FCC5B61-838A-4F4D-ACF9-FF84AEC2E69F}" type="presParOf" srcId="{7FB210D0-B18D-4B19-88EF-B614AF61F944}" destId="{372442FA-EE60-493A-92DA-67D25FD85CAF}" srcOrd="7" destOrd="0" presId="urn:microsoft.com/office/officeart/2018/5/layout/IconCircleLabelList"/>
    <dgm:cxn modelId="{0049B1D3-40E0-4B6F-9A7A-6CD35FC71BAD}" type="presParOf" srcId="{7FB210D0-B18D-4B19-88EF-B614AF61F944}" destId="{8093CD7D-59BA-4081-A01D-A9F1E84F8EEE}" srcOrd="8" destOrd="0" presId="urn:microsoft.com/office/officeart/2018/5/layout/IconCircleLabelList"/>
    <dgm:cxn modelId="{752DFD5F-1B1D-4F3F-85D9-F43BF08F07E9}" type="presParOf" srcId="{8093CD7D-59BA-4081-A01D-A9F1E84F8EEE}" destId="{702104AC-BDB2-4DBD-8231-562559379CF8}" srcOrd="0" destOrd="0" presId="urn:microsoft.com/office/officeart/2018/5/layout/IconCircleLabelList"/>
    <dgm:cxn modelId="{EE295862-8A5D-424F-928C-84557D1B36C5}" type="presParOf" srcId="{8093CD7D-59BA-4081-A01D-A9F1E84F8EEE}" destId="{27FDC25C-0190-49D7-A2D1-2B7362576524}" srcOrd="1" destOrd="0" presId="urn:microsoft.com/office/officeart/2018/5/layout/IconCircleLabelList"/>
    <dgm:cxn modelId="{443487E8-3245-4021-AD1C-E1010C295A1B}" type="presParOf" srcId="{8093CD7D-59BA-4081-A01D-A9F1E84F8EEE}" destId="{4D545AE3-C733-48E5-B465-4F8E8787B9E6}" srcOrd="2" destOrd="0" presId="urn:microsoft.com/office/officeart/2018/5/layout/IconCircleLabelList"/>
    <dgm:cxn modelId="{02E2766A-8F74-4BC2-83A9-19454CF5DE9D}" type="presParOf" srcId="{8093CD7D-59BA-4081-A01D-A9F1E84F8EEE}" destId="{BC424896-A2E1-41F7-8309-CD4C6C54A90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1A993F-F855-4661-B1A9-B33BA4663797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6325E00-9B6C-47F9-9C6E-E43D40F65CC6}">
      <dgm:prSet/>
      <dgm:spPr/>
      <dgm:t>
        <a:bodyPr/>
        <a:lstStyle/>
        <a:p>
          <a:r>
            <a:rPr lang="en-US"/>
            <a:t>Persona bound system prompt that plays the role of the client only</a:t>
          </a:r>
        </a:p>
      </dgm:t>
    </dgm:pt>
    <dgm:pt modelId="{D250768E-A6C8-4350-9828-C95DE953E531}" type="parTrans" cxnId="{78F0F207-5FBA-483F-AE0A-ABDD2395D2FE}">
      <dgm:prSet/>
      <dgm:spPr/>
      <dgm:t>
        <a:bodyPr/>
        <a:lstStyle/>
        <a:p>
          <a:endParaRPr lang="en-US"/>
        </a:p>
      </dgm:t>
    </dgm:pt>
    <dgm:pt modelId="{0A22C0F6-CFA5-4A91-919B-9A759B634AB6}" type="sibTrans" cxnId="{78F0F207-5FBA-483F-AE0A-ABDD2395D2FE}">
      <dgm:prSet/>
      <dgm:spPr/>
      <dgm:t>
        <a:bodyPr/>
        <a:lstStyle/>
        <a:p>
          <a:endParaRPr lang="en-US"/>
        </a:p>
      </dgm:t>
    </dgm:pt>
    <dgm:pt modelId="{1C66427F-DAEC-4C55-BA54-D3B58514DED7}">
      <dgm:prSet/>
      <dgm:spPr/>
      <dgm:t>
        <a:bodyPr/>
        <a:lstStyle/>
        <a:p>
          <a:r>
            <a:rPr lang="en-US" dirty="0"/>
            <a:t>Short rolling memory</a:t>
          </a:r>
        </a:p>
        <a:p>
          <a:r>
            <a:rPr lang="en-US" dirty="0"/>
            <a:t> (6-10 turns)</a:t>
          </a:r>
        </a:p>
      </dgm:t>
    </dgm:pt>
    <dgm:pt modelId="{57D2F374-0505-4931-8A39-139F08EB43BA}" type="parTrans" cxnId="{EF705C79-94F6-4451-AE0B-1A29809CF782}">
      <dgm:prSet/>
      <dgm:spPr/>
      <dgm:t>
        <a:bodyPr/>
        <a:lstStyle/>
        <a:p>
          <a:endParaRPr lang="en-US"/>
        </a:p>
      </dgm:t>
    </dgm:pt>
    <dgm:pt modelId="{FBEE8E8F-A59A-41A4-97BB-377EE6A19EC7}" type="sibTrans" cxnId="{EF705C79-94F6-4451-AE0B-1A29809CF782}">
      <dgm:prSet/>
      <dgm:spPr/>
      <dgm:t>
        <a:bodyPr/>
        <a:lstStyle/>
        <a:p>
          <a:endParaRPr lang="en-US"/>
        </a:p>
      </dgm:t>
    </dgm:pt>
    <dgm:pt modelId="{DD788480-6B8A-4624-BCCF-B783FE91FF6F}">
      <dgm:prSet/>
      <dgm:spPr/>
      <dgm:t>
        <a:bodyPr/>
        <a:lstStyle/>
        <a:p>
          <a:r>
            <a:rPr lang="en-US"/>
            <a:t>Post reply metrics: empathy/specificity/risk</a:t>
          </a:r>
        </a:p>
      </dgm:t>
    </dgm:pt>
    <dgm:pt modelId="{17FB091F-A59A-4541-8D84-BDC4F0C2555C}" type="parTrans" cxnId="{B91DC74B-2D9D-4CCD-9FD5-19C06E6064E7}">
      <dgm:prSet/>
      <dgm:spPr/>
      <dgm:t>
        <a:bodyPr/>
        <a:lstStyle/>
        <a:p>
          <a:endParaRPr lang="en-US"/>
        </a:p>
      </dgm:t>
    </dgm:pt>
    <dgm:pt modelId="{DA2AC51A-7776-453F-A2BE-DA0BBDE9CA6E}" type="sibTrans" cxnId="{B91DC74B-2D9D-4CCD-9FD5-19C06E6064E7}">
      <dgm:prSet/>
      <dgm:spPr/>
      <dgm:t>
        <a:bodyPr/>
        <a:lstStyle/>
        <a:p>
          <a:endParaRPr lang="en-US"/>
        </a:p>
      </dgm:t>
    </dgm:pt>
    <dgm:pt modelId="{E3DAD47A-DACD-4183-A4D5-2058CCB12F66}" type="pres">
      <dgm:prSet presAssocID="{2F1A993F-F855-4661-B1A9-B33BA466379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3168B8E-D537-469D-843A-7A49BBC22164}" type="pres">
      <dgm:prSet presAssocID="{36325E00-9B6C-47F9-9C6E-E43D40F65CC6}" presName="hierRoot1" presStyleCnt="0">
        <dgm:presLayoutVars>
          <dgm:hierBranch val="init"/>
        </dgm:presLayoutVars>
      </dgm:prSet>
      <dgm:spPr/>
    </dgm:pt>
    <dgm:pt modelId="{67C2CD47-2960-4D30-89AE-66C38AD42B6B}" type="pres">
      <dgm:prSet presAssocID="{36325E00-9B6C-47F9-9C6E-E43D40F65CC6}" presName="rootComposite1" presStyleCnt="0"/>
      <dgm:spPr/>
    </dgm:pt>
    <dgm:pt modelId="{4D5A8670-EFD4-48A9-B1BF-FC217F33DD7A}" type="pres">
      <dgm:prSet presAssocID="{36325E00-9B6C-47F9-9C6E-E43D40F65CC6}" presName="rootText1" presStyleLbl="node0" presStyleIdx="0" presStyleCnt="3">
        <dgm:presLayoutVars>
          <dgm:chPref val="3"/>
        </dgm:presLayoutVars>
      </dgm:prSet>
      <dgm:spPr/>
    </dgm:pt>
    <dgm:pt modelId="{F5BE2F3C-FCC4-46B0-9C61-56AEC42A8988}" type="pres">
      <dgm:prSet presAssocID="{36325E00-9B6C-47F9-9C6E-E43D40F65CC6}" presName="rootConnector1" presStyleLbl="node1" presStyleIdx="0" presStyleCnt="0"/>
      <dgm:spPr/>
    </dgm:pt>
    <dgm:pt modelId="{D56EE9F1-7737-4384-B388-C385156F4E82}" type="pres">
      <dgm:prSet presAssocID="{36325E00-9B6C-47F9-9C6E-E43D40F65CC6}" presName="hierChild2" presStyleCnt="0"/>
      <dgm:spPr/>
    </dgm:pt>
    <dgm:pt modelId="{211BAE53-9C5D-4C1A-9D3A-A2C012A1AEA6}" type="pres">
      <dgm:prSet presAssocID="{36325E00-9B6C-47F9-9C6E-E43D40F65CC6}" presName="hierChild3" presStyleCnt="0"/>
      <dgm:spPr/>
    </dgm:pt>
    <dgm:pt modelId="{C1C9C601-F902-41B9-8786-91A5572152BC}" type="pres">
      <dgm:prSet presAssocID="{1C66427F-DAEC-4C55-BA54-D3B58514DED7}" presName="hierRoot1" presStyleCnt="0">
        <dgm:presLayoutVars>
          <dgm:hierBranch val="init"/>
        </dgm:presLayoutVars>
      </dgm:prSet>
      <dgm:spPr/>
    </dgm:pt>
    <dgm:pt modelId="{F368943D-2005-4AA2-A96F-6F8B42D7CE97}" type="pres">
      <dgm:prSet presAssocID="{1C66427F-DAEC-4C55-BA54-D3B58514DED7}" presName="rootComposite1" presStyleCnt="0"/>
      <dgm:spPr/>
    </dgm:pt>
    <dgm:pt modelId="{6896F13B-B436-4FC8-84EA-033DE45257DE}" type="pres">
      <dgm:prSet presAssocID="{1C66427F-DAEC-4C55-BA54-D3B58514DED7}" presName="rootText1" presStyleLbl="node0" presStyleIdx="1" presStyleCnt="3">
        <dgm:presLayoutVars>
          <dgm:chPref val="3"/>
        </dgm:presLayoutVars>
      </dgm:prSet>
      <dgm:spPr/>
    </dgm:pt>
    <dgm:pt modelId="{41E8C96D-070F-4E02-B959-240B619AD106}" type="pres">
      <dgm:prSet presAssocID="{1C66427F-DAEC-4C55-BA54-D3B58514DED7}" presName="rootConnector1" presStyleLbl="node1" presStyleIdx="0" presStyleCnt="0"/>
      <dgm:spPr/>
    </dgm:pt>
    <dgm:pt modelId="{367E401C-2A0E-48C9-810D-15A0EBFEED89}" type="pres">
      <dgm:prSet presAssocID="{1C66427F-DAEC-4C55-BA54-D3B58514DED7}" presName="hierChild2" presStyleCnt="0"/>
      <dgm:spPr/>
    </dgm:pt>
    <dgm:pt modelId="{0E9BC566-761F-4922-8877-6B8E4BF260B3}" type="pres">
      <dgm:prSet presAssocID="{1C66427F-DAEC-4C55-BA54-D3B58514DED7}" presName="hierChild3" presStyleCnt="0"/>
      <dgm:spPr/>
    </dgm:pt>
    <dgm:pt modelId="{EDFA47BA-CD23-48D4-B4F1-0D6D9A3FA96C}" type="pres">
      <dgm:prSet presAssocID="{DD788480-6B8A-4624-BCCF-B783FE91FF6F}" presName="hierRoot1" presStyleCnt="0">
        <dgm:presLayoutVars>
          <dgm:hierBranch val="init"/>
        </dgm:presLayoutVars>
      </dgm:prSet>
      <dgm:spPr/>
    </dgm:pt>
    <dgm:pt modelId="{0022AA31-9E2B-4DEA-BAA3-B6AE784DBA81}" type="pres">
      <dgm:prSet presAssocID="{DD788480-6B8A-4624-BCCF-B783FE91FF6F}" presName="rootComposite1" presStyleCnt="0"/>
      <dgm:spPr/>
    </dgm:pt>
    <dgm:pt modelId="{EBC75CDE-18A8-4560-9FE9-F2B0D272E02E}" type="pres">
      <dgm:prSet presAssocID="{DD788480-6B8A-4624-BCCF-B783FE91FF6F}" presName="rootText1" presStyleLbl="node0" presStyleIdx="2" presStyleCnt="3">
        <dgm:presLayoutVars>
          <dgm:chPref val="3"/>
        </dgm:presLayoutVars>
      </dgm:prSet>
      <dgm:spPr/>
    </dgm:pt>
    <dgm:pt modelId="{EDE1733A-C404-4D91-8FE7-08D8500C12CF}" type="pres">
      <dgm:prSet presAssocID="{DD788480-6B8A-4624-BCCF-B783FE91FF6F}" presName="rootConnector1" presStyleLbl="node1" presStyleIdx="0" presStyleCnt="0"/>
      <dgm:spPr/>
    </dgm:pt>
    <dgm:pt modelId="{DD1FCB6B-E2CC-478C-8F77-DC3A314DE8C2}" type="pres">
      <dgm:prSet presAssocID="{DD788480-6B8A-4624-BCCF-B783FE91FF6F}" presName="hierChild2" presStyleCnt="0"/>
      <dgm:spPr/>
    </dgm:pt>
    <dgm:pt modelId="{FEC3194F-8352-414D-B637-8C472F08E29A}" type="pres">
      <dgm:prSet presAssocID="{DD788480-6B8A-4624-BCCF-B783FE91FF6F}" presName="hierChild3" presStyleCnt="0"/>
      <dgm:spPr/>
    </dgm:pt>
  </dgm:ptLst>
  <dgm:cxnLst>
    <dgm:cxn modelId="{78F0F207-5FBA-483F-AE0A-ABDD2395D2FE}" srcId="{2F1A993F-F855-4661-B1A9-B33BA4663797}" destId="{36325E00-9B6C-47F9-9C6E-E43D40F65CC6}" srcOrd="0" destOrd="0" parTransId="{D250768E-A6C8-4350-9828-C95DE953E531}" sibTransId="{0A22C0F6-CFA5-4A91-919B-9A759B634AB6}"/>
    <dgm:cxn modelId="{6F351921-BBDB-47B0-8980-71C40AF7600D}" type="presOf" srcId="{DD788480-6B8A-4624-BCCF-B783FE91FF6F}" destId="{EDE1733A-C404-4D91-8FE7-08D8500C12CF}" srcOrd="1" destOrd="0" presId="urn:microsoft.com/office/officeart/2005/8/layout/orgChart1"/>
    <dgm:cxn modelId="{8C863D25-E245-413C-A4AD-BDF6582FBBB9}" type="presOf" srcId="{36325E00-9B6C-47F9-9C6E-E43D40F65CC6}" destId="{4D5A8670-EFD4-48A9-B1BF-FC217F33DD7A}" srcOrd="0" destOrd="0" presId="urn:microsoft.com/office/officeart/2005/8/layout/orgChart1"/>
    <dgm:cxn modelId="{E0BD8B5D-F1A0-4529-9EF4-38927C71BA8A}" type="presOf" srcId="{2F1A993F-F855-4661-B1A9-B33BA4663797}" destId="{E3DAD47A-DACD-4183-A4D5-2058CCB12F66}" srcOrd="0" destOrd="0" presId="urn:microsoft.com/office/officeart/2005/8/layout/orgChart1"/>
    <dgm:cxn modelId="{B91DC74B-2D9D-4CCD-9FD5-19C06E6064E7}" srcId="{2F1A993F-F855-4661-B1A9-B33BA4663797}" destId="{DD788480-6B8A-4624-BCCF-B783FE91FF6F}" srcOrd="2" destOrd="0" parTransId="{17FB091F-A59A-4541-8D84-BDC4F0C2555C}" sibTransId="{DA2AC51A-7776-453F-A2BE-DA0BBDE9CA6E}"/>
    <dgm:cxn modelId="{01BA1272-43DD-4333-A554-29F9B9CD884A}" type="presOf" srcId="{36325E00-9B6C-47F9-9C6E-E43D40F65CC6}" destId="{F5BE2F3C-FCC4-46B0-9C61-56AEC42A8988}" srcOrd="1" destOrd="0" presId="urn:microsoft.com/office/officeart/2005/8/layout/orgChart1"/>
    <dgm:cxn modelId="{EF705C79-94F6-4451-AE0B-1A29809CF782}" srcId="{2F1A993F-F855-4661-B1A9-B33BA4663797}" destId="{1C66427F-DAEC-4C55-BA54-D3B58514DED7}" srcOrd="1" destOrd="0" parTransId="{57D2F374-0505-4931-8A39-139F08EB43BA}" sibTransId="{FBEE8E8F-A59A-41A4-97BB-377EE6A19EC7}"/>
    <dgm:cxn modelId="{92219389-2181-422E-87EB-F8E7F0503D97}" type="presOf" srcId="{1C66427F-DAEC-4C55-BA54-D3B58514DED7}" destId="{6896F13B-B436-4FC8-84EA-033DE45257DE}" srcOrd="0" destOrd="0" presId="urn:microsoft.com/office/officeart/2005/8/layout/orgChart1"/>
    <dgm:cxn modelId="{B5FF3F8F-161A-4A80-8BEF-0A102E97902F}" type="presOf" srcId="{DD788480-6B8A-4624-BCCF-B783FE91FF6F}" destId="{EBC75CDE-18A8-4560-9FE9-F2B0D272E02E}" srcOrd="0" destOrd="0" presId="urn:microsoft.com/office/officeart/2005/8/layout/orgChart1"/>
    <dgm:cxn modelId="{A849E9C1-9B7A-4332-98C4-7CE0DDA3C8A7}" type="presOf" srcId="{1C66427F-DAEC-4C55-BA54-D3B58514DED7}" destId="{41E8C96D-070F-4E02-B959-240B619AD106}" srcOrd="1" destOrd="0" presId="urn:microsoft.com/office/officeart/2005/8/layout/orgChart1"/>
    <dgm:cxn modelId="{4F0B2593-6294-4AE0-954B-AAA142B6EDEB}" type="presParOf" srcId="{E3DAD47A-DACD-4183-A4D5-2058CCB12F66}" destId="{43168B8E-D537-469D-843A-7A49BBC22164}" srcOrd="0" destOrd="0" presId="urn:microsoft.com/office/officeart/2005/8/layout/orgChart1"/>
    <dgm:cxn modelId="{5DCCFB68-948B-46CC-BF43-AD6410776E79}" type="presParOf" srcId="{43168B8E-D537-469D-843A-7A49BBC22164}" destId="{67C2CD47-2960-4D30-89AE-66C38AD42B6B}" srcOrd="0" destOrd="0" presId="urn:microsoft.com/office/officeart/2005/8/layout/orgChart1"/>
    <dgm:cxn modelId="{8235EC55-CDB3-4509-A67B-1C9E82AE87B4}" type="presParOf" srcId="{67C2CD47-2960-4D30-89AE-66C38AD42B6B}" destId="{4D5A8670-EFD4-48A9-B1BF-FC217F33DD7A}" srcOrd="0" destOrd="0" presId="urn:microsoft.com/office/officeart/2005/8/layout/orgChart1"/>
    <dgm:cxn modelId="{D94F6714-6911-47F6-B3D5-17234DCA6C03}" type="presParOf" srcId="{67C2CD47-2960-4D30-89AE-66C38AD42B6B}" destId="{F5BE2F3C-FCC4-46B0-9C61-56AEC42A8988}" srcOrd="1" destOrd="0" presId="urn:microsoft.com/office/officeart/2005/8/layout/orgChart1"/>
    <dgm:cxn modelId="{34CFFA20-9934-4231-BF17-320610222157}" type="presParOf" srcId="{43168B8E-D537-469D-843A-7A49BBC22164}" destId="{D56EE9F1-7737-4384-B388-C385156F4E82}" srcOrd="1" destOrd="0" presId="urn:microsoft.com/office/officeart/2005/8/layout/orgChart1"/>
    <dgm:cxn modelId="{16FEBF92-3044-4C20-94E9-669D8A4263F5}" type="presParOf" srcId="{43168B8E-D537-469D-843A-7A49BBC22164}" destId="{211BAE53-9C5D-4C1A-9D3A-A2C012A1AEA6}" srcOrd="2" destOrd="0" presId="urn:microsoft.com/office/officeart/2005/8/layout/orgChart1"/>
    <dgm:cxn modelId="{3B9E2B50-0B4F-4E26-9FB1-BD3528372CC2}" type="presParOf" srcId="{E3DAD47A-DACD-4183-A4D5-2058CCB12F66}" destId="{C1C9C601-F902-41B9-8786-91A5572152BC}" srcOrd="1" destOrd="0" presId="urn:microsoft.com/office/officeart/2005/8/layout/orgChart1"/>
    <dgm:cxn modelId="{DB4A874E-2D7C-421F-8D86-889BF72CCD8F}" type="presParOf" srcId="{C1C9C601-F902-41B9-8786-91A5572152BC}" destId="{F368943D-2005-4AA2-A96F-6F8B42D7CE97}" srcOrd="0" destOrd="0" presId="urn:microsoft.com/office/officeart/2005/8/layout/orgChart1"/>
    <dgm:cxn modelId="{00123EB8-0193-4574-860C-0C2589BB994F}" type="presParOf" srcId="{F368943D-2005-4AA2-A96F-6F8B42D7CE97}" destId="{6896F13B-B436-4FC8-84EA-033DE45257DE}" srcOrd="0" destOrd="0" presId="urn:microsoft.com/office/officeart/2005/8/layout/orgChart1"/>
    <dgm:cxn modelId="{7ADCEE70-E022-4EFF-A7D1-3ED2DCC42D69}" type="presParOf" srcId="{F368943D-2005-4AA2-A96F-6F8B42D7CE97}" destId="{41E8C96D-070F-4E02-B959-240B619AD106}" srcOrd="1" destOrd="0" presId="urn:microsoft.com/office/officeart/2005/8/layout/orgChart1"/>
    <dgm:cxn modelId="{9C47384A-C84F-4662-83E4-3A5A34F26D9C}" type="presParOf" srcId="{C1C9C601-F902-41B9-8786-91A5572152BC}" destId="{367E401C-2A0E-48C9-810D-15A0EBFEED89}" srcOrd="1" destOrd="0" presId="urn:microsoft.com/office/officeart/2005/8/layout/orgChart1"/>
    <dgm:cxn modelId="{D97678BE-9881-4B18-A3A6-78A38B7A1DFE}" type="presParOf" srcId="{C1C9C601-F902-41B9-8786-91A5572152BC}" destId="{0E9BC566-761F-4922-8877-6B8E4BF260B3}" srcOrd="2" destOrd="0" presId="urn:microsoft.com/office/officeart/2005/8/layout/orgChart1"/>
    <dgm:cxn modelId="{F42029A2-3535-4BEF-B85B-4DED6E2D2C46}" type="presParOf" srcId="{E3DAD47A-DACD-4183-A4D5-2058CCB12F66}" destId="{EDFA47BA-CD23-48D4-B4F1-0D6D9A3FA96C}" srcOrd="2" destOrd="0" presId="urn:microsoft.com/office/officeart/2005/8/layout/orgChart1"/>
    <dgm:cxn modelId="{A1FDDD3C-B75F-4542-9C5F-5A6D93FF3017}" type="presParOf" srcId="{EDFA47BA-CD23-48D4-B4F1-0D6D9A3FA96C}" destId="{0022AA31-9E2B-4DEA-BAA3-B6AE784DBA81}" srcOrd="0" destOrd="0" presId="urn:microsoft.com/office/officeart/2005/8/layout/orgChart1"/>
    <dgm:cxn modelId="{9A66A6A0-9E9E-4FBA-B107-6D64644150CA}" type="presParOf" srcId="{0022AA31-9E2B-4DEA-BAA3-B6AE784DBA81}" destId="{EBC75CDE-18A8-4560-9FE9-F2B0D272E02E}" srcOrd="0" destOrd="0" presId="urn:microsoft.com/office/officeart/2005/8/layout/orgChart1"/>
    <dgm:cxn modelId="{7DA8CC84-D761-4A90-B04C-4E5FB19E86D7}" type="presParOf" srcId="{0022AA31-9E2B-4DEA-BAA3-B6AE784DBA81}" destId="{EDE1733A-C404-4D91-8FE7-08D8500C12CF}" srcOrd="1" destOrd="0" presId="urn:microsoft.com/office/officeart/2005/8/layout/orgChart1"/>
    <dgm:cxn modelId="{0CEF71B8-313E-477F-8E03-A27A5A98459C}" type="presParOf" srcId="{EDFA47BA-CD23-48D4-B4F1-0D6D9A3FA96C}" destId="{DD1FCB6B-E2CC-478C-8F77-DC3A314DE8C2}" srcOrd="1" destOrd="0" presId="urn:microsoft.com/office/officeart/2005/8/layout/orgChart1"/>
    <dgm:cxn modelId="{980530FE-8111-45CF-B40B-6362C50E054B}" type="presParOf" srcId="{EDFA47BA-CD23-48D4-B4F1-0D6D9A3FA96C}" destId="{FEC3194F-8352-414D-B637-8C472F08E29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EC246B-ED5F-4292-AAD5-ED9E13C6FD43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4387653-FBA7-4B2C-8719-C9FA4136A736}">
      <dgm:prSet/>
      <dgm:spPr/>
      <dgm:t>
        <a:bodyPr/>
        <a:lstStyle/>
        <a:p>
          <a:r>
            <a:rPr lang="en-US"/>
            <a:t>Speech input and transcription</a:t>
          </a:r>
          <a:r>
            <a:rPr lang="en-GB"/>
            <a:t>:</a:t>
          </a:r>
          <a:endParaRPr lang="en-US"/>
        </a:p>
      </dgm:t>
    </dgm:pt>
    <dgm:pt modelId="{C957D362-BD2E-4B6F-8301-0C1A338B94C0}" type="parTrans" cxnId="{574AD8BE-B4E0-4288-BC3E-CAE87462B8FC}">
      <dgm:prSet/>
      <dgm:spPr/>
      <dgm:t>
        <a:bodyPr/>
        <a:lstStyle/>
        <a:p>
          <a:endParaRPr lang="en-US"/>
        </a:p>
      </dgm:t>
    </dgm:pt>
    <dgm:pt modelId="{0FD5C8C6-5587-45FE-B840-68EC31A00957}" type="sibTrans" cxnId="{574AD8BE-B4E0-4288-BC3E-CAE87462B8FC}">
      <dgm:prSet/>
      <dgm:spPr/>
      <dgm:t>
        <a:bodyPr/>
        <a:lstStyle/>
        <a:p>
          <a:endParaRPr lang="en-US"/>
        </a:p>
      </dgm:t>
    </dgm:pt>
    <dgm:pt modelId="{C2326DC9-5A90-413A-830C-7589DBFD75AB}">
      <dgm:prSet/>
      <dgm:spPr/>
      <dgm:t>
        <a:bodyPr/>
        <a:lstStyle/>
        <a:p>
          <a:r>
            <a:rPr lang="en-GB"/>
            <a:t>Using whisper (OpenAI model) to turn therapist voice input to text for LLM.</a:t>
          </a:r>
          <a:endParaRPr lang="en-US"/>
        </a:p>
      </dgm:t>
    </dgm:pt>
    <dgm:pt modelId="{225D94BC-5466-46DD-AFA6-006A7B89485A}" type="parTrans" cxnId="{E21D77C1-4C5A-439E-A1AE-82B76688888D}">
      <dgm:prSet/>
      <dgm:spPr/>
      <dgm:t>
        <a:bodyPr/>
        <a:lstStyle/>
        <a:p>
          <a:endParaRPr lang="en-US"/>
        </a:p>
      </dgm:t>
    </dgm:pt>
    <dgm:pt modelId="{49771E9C-FF75-4EC4-BF9C-66EC67815925}" type="sibTrans" cxnId="{E21D77C1-4C5A-439E-A1AE-82B76688888D}">
      <dgm:prSet/>
      <dgm:spPr/>
      <dgm:t>
        <a:bodyPr/>
        <a:lstStyle/>
        <a:p>
          <a:endParaRPr lang="en-US"/>
        </a:p>
      </dgm:t>
    </dgm:pt>
    <dgm:pt modelId="{629E4EC7-1DF5-4FBC-936B-7D001FE85419}">
      <dgm:prSet/>
      <dgm:spPr/>
      <dgm:t>
        <a:bodyPr/>
        <a:lstStyle/>
        <a:p>
          <a:r>
            <a:rPr lang="en-GB"/>
            <a:t>FastAPI:</a:t>
          </a:r>
          <a:endParaRPr lang="en-US"/>
        </a:p>
      </dgm:t>
    </dgm:pt>
    <dgm:pt modelId="{0D215F3F-34A8-4FE5-A33C-DF479DAA823A}" type="parTrans" cxnId="{E86BEC72-6E50-4389-939F-7FF007931018}">
      <dgm:prSet/>
      <dgm:spPr/>
      <dgm:t>
        <a:bodyPr/>
        <a:lstStyle/>
        <a:p>
          <a:endParaRPr lang="en-US"/>
        </a:p>
      </dgm:t>
    </dgm:pt>
    <dgm:pt modelId="{9C2A80E8-CCAF-4AED-A443-4356876961BE}" type="sibTrans" cxnId="{E86BEC72-6E50-4389-939F-7FF007931018}">
      <dgm:prSet/>
      <dgm:spPr/>
      <dgm:t>
        <a:bodyPr/>
        <a:lstStyle/>
        <a:p>
          <a:endParaRPr lang="en-US"/>
        </a:p>
      </dgm:t>
    </dgm:pt>
    <dgm:pt modelId="{852846D0-A363-4533-B333-905CB43C9946}">
      <dgm:prSet/>
      <dgm:spPr/>
      <dgm:t>
        <a:bodyPr/>
        <a:lstStyle/>
        <a:p>
          <a:r>
            <a:rPr lang="en-GB"/>
            <a:t>Multi-user concurrency, streaming input directly to model.</a:t>
          </a:r>
          <a:endParaRPr lang="en-US"/>
        </a:p>
      </dgm:t>
    </dgm:pt>
    <dgm:pt modelId="{440326E9-9AC0-4C8D-B02A-1D51476A4C62}" type="parTrans" cxnId="{6799D2AB-2CC4-429A-93DB-3DF1E34220B7}">
      <dgm:prSet/>
      <dgm:spPr/>
      <dgm:t>
        <a:bodyPr/>
        <a:lstStyle/>
        <a:p>
          <a:endParaRPr lang="en-US"/>
        </a:p>
      </dgm:t>
    </dgm:pt>
    <dgm:pt modelId="{82026C83-FC84-4505-BA0C-A6F42BB864B7}" type="sibTrans" cxnId="{6799D2AB-2CC4-429A-93DB-3DF1E34220B7}">
      <dgm:prSet/>
      <dgm:spPr/>
      <dgm:t>
        <a:bodyPr/>
        <a:lstStyle/>
        <a:p>
          <a:endParaRPr lang="en-US"/>
        </a:p>
      </dgm:t>
    </dgm:pt>
    <dgm:pt modelId="{1590D49A-ACAA-41A5-A515-26BF5B613DC6}">
      <dgm:prSet/>
      <dgm:spPr/>
      <dgm:t>
        <a:bodyPr/>
        <a:lstStyle/>
        <a:p>
          <a:r>
            <a:rPr lang="en-GB"/>
            <a:t>Data warehouse:</a:t>
          </a:r>
          <a:endParaRPr lang="en-US"/>
        </a:p>
      </dgm:t>
    </dgm:pt>
    <dgm:pt modelId="{493F173F-A49E-4370-91A8-6EE29B2C40AB}" type="parTrans" cxnId="{0E70529A-EE6D-4F8D-A096-DB3833F7E969}">
      <dgm:prSet/>
      <dgm:spPr/>
      <dgm:t>
        <a:bodyPr/>
        <a:lstStyle/>
        <a:p>
          <a:endParaRPr lang="en-US"/>
        </a:p>
      </dgm:t>
    </dgm:pt>
    <dgm:pt modelId="{6111E592-1D09-4C41-BF7D-C1C54635DE03}" type="sibTrans" cxnId="{0E70529A-EE6D-4F8D-A096-DB3833F7E969}">
      <dgm:prSet/>
      <dgm:spPr/>
      <dgm:t>
        <a:bodyPr/>
        <a:lstStyle/>
        <a:p>
          <a:endParaRPr lang="en-US"/>
        </a:p>
      </dgm:t>
    </dgm:pt>
    <dgm:pt modelId="{F962A7AB-09AD-46C7-9A7B-D5D3C28035A4}">
      <dgm:prSet/>
      <dgm:spPr/>
      <dgm:t>
        <a:bodyPr/>
        <a:lstStyle/>
        <a:p>
          <a:r>
            <a:rPr lang="en-GB"/>
            <a:t>Store therapist client chats and responses (databricks lakehouse, Postgres)</a:t>
          </a:r>
          <a:endParaRPr lang="en-US"/>
        </a:p>
      </dgm:t>
    </dgm:pt>
    <dgm:pt modelId="{567E9FE6-B8BD-49ED-9120-59540AD1F54F}" type="parTrans" cxnId="{8E87DD6F-5C48-42A9-A53C-E559E224F85A}">
      <dgm:prSet/>
      <dgm:spPr/>
      <dgm:t>
        <a:bodyPr/>
        <a:lstStyle/>
        <a:p>
          <a:endParaRPr lang="en-US"/>
        </a:p>
      </dgm:t>
    </dgm:pt>
    <dgm:pt modelId="{6772CC31-8F92-4558-8FF6-6430901244BF}" type="sibTrans" cxnId="{8E87DD6F-5C48-42A9-A53C-E559E224F85A}">
      <dgm:prSet/>
      <dgm:spPr/>
      <dgm:t>
        <a:bodyPr/>
        <a:lstStyle/>
        <a:p>
          <a:endParaRPr lang="en-US"/>
        </a:p>
      </dgm:t>
    </dgm:pt>
    <dgm:pt modelId="{AEA1A3A9-B614-4311-A03F-EA7DB4E20FF2}">
      <dgm:prSet/>
      <dgm:spPr/>
      <dgm:t>
        <a:bodyPr/>
        <a:lstStyle/>
        <a:p>
          <a:r>
            <a:rPr lang="en-GB"/>
            <a:t>LangChain (LLM):</a:t>
          </a:r>
          <a:endParaRPr lang="en-US"/>
        </a:p>
      </dgm:t>
    </dgm:pt>
    <dgm:pt modelId="{393F1E77-2E10-4066-9126-2260C9F1C47C}" type="parTrans" cxnId="{EEA4EF33-A04D-40B9-8385-3DACA3BBDF4A}">
      <dgm:prSet/>
      <dgm:spPr/>
      <dgm:t>
        <a:bodyPr/>
        <a:lstStyle/>
        <a:p>
          <a:endParaRPr lang="en-US"/>
        </a:p>
      </dgm:t>
    </dgm:pt>
    <dgm:pt modelId="{23A3AD68-9118-4638-BC26-B8399039EF18}" type="sibTrans" cxnId="{EEA4EF33-A04D-40B9-8385-3DACA3BBDF4A}">
      <dgm:prSet/>
      <dgm:spPr/>
      <dgm:t>
        <a:bodyPr/>
        <a:lstStyle/>
        <a:p>
          <a:endParaRPr lang="en-US"/>
        </a:p>
      </dgm:t>
    </dgm:pt>
    <dgm:pt modelId="{98B271F4-931A-42E4-98AB-D24FCF3D05C4}">
      <dgm:prSet/>
      <dgm:spPr/>
      <dgm:t>
        <a:bodyPr/>
        <a:lstStyle/>
        <a:p>
          <a:r>
            <a:rPr lang="en-GB"/>
            <a:t>RAG based centrepiece of the whole software. Takes in data from therapist, gives output as client (GPT-4, Deepseek).</a:t>
          </a:r>
          <a:endParaRPr lang="en-US"/>
        </a:p>
      </dgm:t>
    </dgm:pt>
    <dgm:pt modelId="{73A01FF7-8E07-47E9-877B-8DBABFD190F8}" type="parTrans" cxnId="{0189B335-62D3-40D2-BF70-BC2465BBA356}">
      <dgm:prSet/>
      <dgm:spPr/>
      <dgm:t>
        <a:bodyPr/>
        <a:lstStyle/>
        <a:p>
          <a:endParaRPr lang="en-US"/>
        </a:p>
      </dgm:t>
    </dgm:pt>
    <dgm:pt modelId="{AD2AA6E1-5342-4F65-A46C-9B99B5DF7FF2}" type="sibTrans" cxnId="{0189B335-62D3-40D2-BF70-BC2465BBA356}">
      <dgm:prSet/>
      <dgm:spPr/>
      <dgm:t>
        <a:bodyPr/>
        <a:lstStyle/>
        <a:p>
          <a:endParaRPr lang="en-US"/>
        </a:p>
      </dgm:t>
    </dgm:pt>
    <dgm:pt modelId="{9674B074-6440-438A-811C-77F915BE722E}" type="pres">
      <dgm:prSet presAssocID="{7BEC246B-ED5F-4292-AAD5-ED9E13C6FD4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44AC6E7-DF8D-4B28-9203-328AB884998A}" type="pres">
      <dgm:prSet presAssocID="{54387653-FBA7-4B2C-8719-C9FA4136A736}" presName="root" presStyleCnt="0"/>
      <dgm:spPr/>
    </dgm:pt>
    <dgm:pt modelId="{903A0E3B-52CA-4ADC-875B-21BF0E577752}" type="pres">
      <dgm:prSet presAssocID="{54387653-FBA7-4B2C-8719-C9FA4136A736}" presName="rootComposite" presStyleCnt="0"/>
      <dgm:spPr/>
    </dgm:pt>
    <dgm:pt modelId="{0743D8E1-863A-4F31-BE7E-E8E5E17F0DCC}" type="pres">
      <dgm:prSet presAssocID="{54387653-FBA7-4B2C-8719-C9FA4136A736}" presName="rootText" presStyleLbl="node1" presStyleIdx="0" presStyleCnt="4"/>
      <dgm:spPr/>
    </dgm:pt>
    <dgm:pt modelId="{3355275C-605F-4709-A09A-26AD9AF8B9EC}" type="pres">
      <dgm:prSet presAssocID="{54387653-FBA7-4B2C-8719-C9FA4136A736}" presName="rootConnector" presStyleLbl="node1" presStyleIdx="0" presStyleCnt="4"/>
      <dgm:spPr/>
    </dgm:pt>
    <dgm:pt modelId="{9A738273-3EC2-4D8E-8F1C-F3E5C08E0921}" type="pres">
      <dgm:prSet presAssocID="{54387653-FBA7-4B2C-8719-C9FA4136A736}" presName="childShape" presStyleCnt="0"/>
      <dgm:spPr/>
    </dgm:pt>
    <dgm:pt modelId="{A8BD92C3-BA6A-41F6-A9D9-76B1F6DC778B}" type="pres">
      <dgm:prSet presAssocID="{225D94BC-5466-46DD-AFA6-006A7B89485A}" presName="Name13" presStyleLbl="parChTrans1D2" presStyleIdx="0" presStyleCnt="4"/>
      <dgm:spPr/>
    </dgm:pt>
    <dgm:pt modelId="{5DAF117F-AC5B-413F-A845-F5E813BE244C}" type="pres">
      <dgm:prSet presAssocID="{C2326DC9-5A90-413A-830C-7589DBFD75AB}" presName="childText" presStyleLbl="bgAcc1" presStyleIdx="0" presStyleCnt="4">
        <dgm:presLayoutVars>
          <dgm:bulletEnabled val="1"/>
        </dgm:presLayoutVars>
      </dgm:prSet>
      <dgm:spPr/>
    </dgm:pt>
    <dgm:pt modelId="{C980EDCD-369F-4162-9DEA-DB0BD19FFC40}" type="pres">
      <dgm:prSet presAssocID="{629E4EC7-1DF5-4FBC-936B-7D001FE85419}" presName="root" presStyleCnt="0"/>
      <dgm:spPr/>
    </dgm:pt>
    <dgm:pt modelId="{A76500BB-75F9-4414-8B55-95B74EFDE2C3}" type="pres">
      <dgm:prSet presAssocID="{629E4EC7-1DF5-4FBC-936B-7D001FE85419}" presName="rootComposite" presStyleCnt="0"/>
      <dgm:spPr/>
    </dgm:pt>
    <dgm:pt modelId="{544C03F0-03E8-422F-A209-4960011A5E52}" type="pres">
      <dgm:prSet presAssocID="{629E4EC7-1DF5-4FBC-936B-7D001FE85419}" presName="rootText" presStyleLbl="node1" presStyleIdx="1" presStyleCnt="4"/>
      <dgm:spPr/>
    </dgm:pt>
    <dgm:pt modelId="{16AA47F8-BB22-4827-A67F-3D03613CDBEB}" type="pres">
      <dgm:prSet presAssocID="{629E4EC7-1DF5-4FBC-936B-7D001FE85419}" presName="rootConnector" presStyleLbl="node1" presStyleIdx="1" presStyleCnt="4"/>
      <dgm:spPr/>
    </dgm:pt>
    <dgm:pt modelId="{B6D1D16F-6D64-4468-AD51-6681AD2969A7}" type="pres">
      <dgm:prSet presAssocID="{629E4EC7-1DF5-4FBC-936B-7D001FE85419}" presName="childShape" presStyleCnt="0"/>
      <dgm:spPr/>
    </dgm:pt>
    <dgm:pt modelId="{4F4EEF87-5912-4258-AD79-737CA9DCA2C8}" type="pres">
      <dgm:prSet presAssocID="{440326E9-9AC0-4C8D-B02A-1D51476A4C62}" presName="Name13" presStyleLbl="parChTrans1D2" presStyleIdx="1" presStyleCnt="4"/>
      <dgm:spPr/>
    </dgm:pt>
    <dgm:pt modelId="{7EA5C3AF-D197-4E80-B070-1E293989F985}" type="pres">
      <dgm:prSet presAssocID="{852846D0-A363-4533-B333-905CB43C9946}" presName="childText" presStyleLbl="bgAcc1" presStyleIdx="1" presStyleCnt="4">
        <dgm:presLayoutVars>
          <dgm:bulletEnabled val="1"/>
        </dgm:presLayoutVars>
      </dgm:prSet>
      <dgm:spPr/>
    </dgm:pt>
    <dgm:pt modelId="{86B20C7A-387F-4A49-9702-0B2CA5EAA570}" type="pres">
      <dgm:prSet presAssocID="{1590D49A-ACAA-41A5-A515-26BF5B613DC6}" presName="root" presStyleCnt="0"/>
      <dgm:spPr/>
    </dgm:pt>
    <dgm:pt modelId="{D69819F0-F8EC-4F00-8623-E08DCCB07698}" type="pres">
      <dgm:prSet presAssocID="{1590D49A-ACAA-41A5-A515-26BF5B613DC6}" presName="rootComposite" presStyleCnt="0"/>
      <dgm:spPr/>
    </dgm:pt>
    <dgm:pt modelId="{FCCF6AC0-2523-419A-B530-92D0B09F9658}" type="pres">
      <dgm:prSet presAssocID="{1590D49A-ACAA-41A5-A515-26BF5B613DC6}" presName="rootText" presStyleLbl="node1" presStyleIdx="2" presStyleCnt="4"/>
      <dgm:spPr/>
    </dgm:pt>
    <dgm:pt modelId="{D1FAA599-B7F9-4897-B572-5A97AA15C32F}" type="pres">
      <dgm:prSet presAssocID="{1590D49A-ACAA-41A5-A515-26BF5B613DC6}" presName="rootConnector" presStyleLbl="node1" presStyleIdx="2" presStyleCnt="4"/>
      <dgm:spPr/>
    </dgm:pt>
    <dgm:pt modelId="{B52B9BFA-F2E3-4682-9F05-DD78D31EF379}" type="pres">
      <dgm:prSet presAssocID="{1590D49A-ACAA-41A5-A515-26BF5B613DC6}" presName="childShape" presStyleCnt="0"/>
      <dgm:spPr/>
    </dgm:pt>
    <dgm:pt modelId="{9277B32E-8CB8-4473-83D5-42C89960EA51}" type="pres">
      <dgm:prSet presAssocID="{567E9FE6-B8BD-49ED-9120-59540AD1F54F}" presName="Name13" presStyleLbl="parChTrans1D2" presStyleIdx="2" presStyleCnt="4"/>
      <dgm:spPr/>
    </dgm:pt>
    <dgm:pt modelId="{C3D2492D-1033-43C1-8B5B-FD65F7B3207D}" type="pres">
      <dgm:prSet presAssocID="{F962A7AB-09AD-46C7-9A7B-D5D3C28035A4}" presName="childText" presStyleLbl="bgAcc1" presStyleIdx="2" presStyleCnt="4">
        <dgm:presLayoutVars>
          <dgm:bulletEnabled val="1"/>
        </dgm:presLayoutVars>
      </dgm:prSet>
      <dgm:spPr/>
    </dgm:pt>
    <dgm:pt modelId="{5AF3B1E3-6C97-4AF2-AC5B-B51C0CAC5852}" type="pres">
      <dgm:prSet presAssocID="{AEA1A3A9-B614-4311-A03F-EA7DB4E20FF2}" presName="root" presStyleCnt="0"/>
      <dgm:spPr/>
    </dgm:pt>
    <dgm:pt modelId="{43B34340-6FF3-4685-AA87-017A23B3C35D}" type="pres">
      <dgm:prSet presAssocID="{AEA1A3A9-B614-4311-A03F-EA7DB4E20FF2}" presName="rootComposite" presStyleCnt="0"/>
      <dgm:spPr/>
    </dgm:pt>
    <dgm:pt modelId="{08C7611F-81C7-45AF-AFCD-5A159DBC2894}" type="pres">
      <dgm:prSet presAssocID="{AEA1A3A9-B614-4311-A03F-EA7DB4E20FF2}" presName="rootText" presStyleLbl="node1" presStyleIdx="3" presStyleCnt="4"/>
      <dgm:spPr/>
    </dgm:pt>
    <dgm:pt modelId="{9E8DE645-0D5D-4C57-B324-A99B71D8CAD9}" type="pres">
      <dgm:prSet presAssocID="{AEA1A3A9-B614-4311-A03F-EA7DB4E20FF2}" presName="rootConnector" presStyleLbl="node1" presStyleIdx="3" presStyleCnt="4"/>
      <dgm:spPr/>
    </dgm:pt>
    <dgm:pt modelId="{8231DEEB-7787-4D68-A080-53017511A283}" type="pres">
      <dgm:prSet presAssocID="{AEA1A3A9-B614-4311-A03F-EA7DB4E20FF2}" presName="childShape" presStyleCnt="0"/>
      <dgm:spPr/>
    </dgm:pt>
    <dgm:pt modelId="{8D4AC812-7F70-4527-8CA9-9C32BCAC9899}" type="pres">
      <dgm:prSet presAssocID="{73A01FF7-8E07-47E9-877B-8DBABFD190F8}" presName="Name13" presStyleLbl="parChTrans1D2" presStyleIdx="3" presStyleCnt="4"/>
      <dgm:spPr/>
    </dgm:pt>
    <dgm:pt modelId="{92035240-9DD9-4070-987E-18BFF2A2A81C}" type="pres">
      <dgm:prSet presAssocID="{98B271F4-931A-42E4-98AB-D24FCF3D05C4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9EBD6402-2167-4B34-8B7F-6A6A502A26A2}" type="presOf" srcId="{54387653-FBA7-4B2C-8719-C9FA4136A736}" destId="{3355275C-605F-4709-A09A-26AD9AF8B9EC}" srcOrd="1" destOrd="0" presId="urn:microsoft.com/office/officeart/2005/8/layout/hierarchy3"/>
    <dgm:cxn modelId="{931B7F0A-2FD7-4F59-8011-F28D5183D5A8}" type="presOf" srcId="{C2326DC9-5A90-413A-830C-7589DBFD75AB}" destId="{5DAF117F-AC5B-413F-A845-F5E813BE244C}" srcOrd="0" destOrd="0" presId="urn:microsoft.com/office/officeart/2005/8/layout/hierarchy3"/>
    <dgm:cxn modelId="{CFE3871B-DB20-4C90-957D-77EE71B89EF7}" type="presOf" srcId="{98B271F4-931A-42E4-98AB-D24FCF3D05C4}" destId="{92035240-9DD9-4070-987E-18BFF2A2A81C}" srcOrd="0" destOrd="0" presId="urn:microsoft.com/office/officeart/2005/8/layout/hierarchy3"/>
    <dgm:cxn modelId="{05B46021-C3F1-423D-A476-1B0D55FE0663}" type="presOf" srcId="{54387653-FBA7-4B2C-8719-C9FA4136A736}" destId="{0743D8E1-863A-4F31-BE7E-E8E5E17F0DCC}" srcOrd="0" destOrd="0" presId="urn:microsoft.com/office/officeart/2005/8/layout/hierarchy3"/>
    <dgm:cxn modelId="{DD6CDD2F-50ED-4BF8-B55A-01AC77204A53}" type="presOf" srcId="{629E4EC7-1DF5-4FBC-936B-7D001FE85419}" destId="{16AA47F8-BB22-4827-A67F-3D03613CDBEB}" srcOrd="1" destOrd="0" presId="urn:microsoft.com/office/officeart/2005/8/layout/hierarchy3"/>
    <dgm:cxn modelId="{EEA4EF33-A04D-40B9-8385-3DACA3BBDF4A}" srcId="{7BEC246B-ED5F-4292-AAD5-ED9E13C6FD43}" destId="{AEA1A3A9-B614-4311-A03F-EA7DB4E20FF2}" srcOrd="3" destOrd="0" parTransId="{393F1E77-2E10-4066-9126-2260C9F1C47C}" sibTransId="{23A3AD68-9118-4638-BC26-B8399039EF18}"/>
    <dgm:cxn modelId="{0189B335-62D3-40D2-BF70-BC2465BBA356}" srcId="{AEA1A3A9-B614-4311-A03F-EA7DB4E20FF2}" destId="{98B271F4-931A-42E4-98AB-D24FCF3D05C4}" srcOrd="0" destOrd="0" parTransId="{73A01FF7-8E07-47E9-877B-8DBABFD190F8}" sibTransId="{AD2AA6E1-5342-4F65-A46C-9B99B5DF7FF2}"/>
    <dgm:cxn modelId="{2025AB38-4A1D-44A3-AA33-78C525EDFDED}" type="presOf" srcId="{AEA1A3A9-B614-4311-A03F-EA7DB4E20FF2}" destId="{9E8DE645-0D5D-4C57-B324-A99B71D8CAD9}" srcOrd="1" destOrd="0" presId="urn:microsoft.com/office/officeart/2005/8/layout/hierarchy3"/>
    <dgm:cxn modelId="{96B34540-283D-4B0C-8617-97FBCAB4CCC7}" type="presOf" srcId="{567E9FE6-B8BD-49ED-9120-59540AD1F54F}" destId="{9277B32E-8CB8-4473-83D5-42C89960EA51}" srcOrd="0" destOrd="0" presId="urn:microsoft.com/office/officeart/2005/8/layout/hierarchy3"/>
    <dgm:cxn modelId="{9D062949-EB94-4E23-82D6-4210F0F603B7}" type="presOf" srcId="{AEA1A3A9-B614-4311-A03F-EA7DB4E20FF2}" destId="{08C7611F-81C7-45AF-AFCD-5A159DBC2894}" srcOrd="0" destOrd="0" presId="urn:microsoft.com/office/officeart/2005/8/layout/hierarchy3"/>
    <dgm:cxn modelId="{8E87DD6F-5C48-42A9-A53C-E559E224F85A}" srcId="{1590D49A-ACAA-41A5-A515-26BF5B613DC6}" destId="{F962A7AB-09AD-46C7-9A7B-D5D3C28035A4}" srcOrd="0" destOrd="0" parTransId="{567E9FE6-B8BD-49ED-9120-59540AD1F54F}" sibTransId="{6772CC31-8F92-4558-8FF6-6430901244BF}"/>
    <dgm:cxn modelId="{E86BEC72-6E50-4389-939F-7FF007931018}" srcId="{7BEC246B-ED5F-4292-AAD5-ED9E13C6FD43}" destId="{629E4EC7-1DF5-4FBC-936B-7D001FE85419}" srcOrd="1" destOrd="0" parTransId="{0D215F3F-34A8-4FE5-A33C-DF479DAA823A}" sibTransId="{9C2A80E8-CCAF-4AED-A443-4356876961BE}"/>
    <dgm:cxn modelId="{9DD40073-1036-4522-936A-88FD4E25AF2A}" type="presOf" srcId="{1590D49A-ACAA-41A5-A515-26BF5B613DC6}" destId="{D1FAA599-B7F9-4897-B572-5A97AA15C32F}" srcOrd="1" destOrd="0" presId="urn:microsoft.com/office/officeart/2005/8/layout/hierarchy3"/>
    <dgm:cxn modelId="{2BA64C7A-B361-4333-B44A-60001F01355F}" type="presOf" srcId="{F962A7AB-09AD-46C7-9A7B-D5D3C28035A4}" destId="{C3D2492D-1033-43C1-8B5B-FD65F7B3207D}" srcOrd="0" destOrd="0" presId="urn:microsoft.com/office/officeart/2005/8/layout/hierarchy3"/>
    <dgm:cxn modelId="{0E70529A-EE6D-4F8D-A096-DB3833F7E969}" srcId="{7BEC246B-ED5F-4292-AAD5-ED9E13C6FD43}" destId="{1590D49A-ACAA-41A5-A515-26BF5B613DC6}" srcOrd="2" destOrd="0" parTransId="{493F173F-A49E-4370-91A8-6EE29B2C40AB}" sibTransId="{6111E592-1D09-4C41-BF7D-C1C54635DE03}"/>
    <dgm:cxn modelId="{6799D2AB-2CC4-429A-93DB-3DF1E34220B7}" srcId="{629E4EC7-1DF5-4FBC-936B-7D001FE85419}" destId="{852846D0-A363-4533-B333-905CB43C9946}" srcOrd="0" destOrd="0" parTransId="{440326E9-9AC0-4C8D-B02A-1D51476A4C62}" sibTransId="{82026C83-FC84-4505-BA0C-A6F42BB864B7}"/>
    <dgm:cxn modelId="{5A2FD3BB-818F-44F1-8F34-BA48C83C4117}" type="presOf" srcId="{225D94BC-5466-46DD-AFA6-006A7B89485A}" destId="{A8BD92C3-BA6A-41F6-A9D9-76B1F6DC778B}" srcOrd="0" destOrd="0" presId="urn:microsoft.com/office/officeart/2005/8/layout/hierarchy3"/>
    <dgm:cxn modelId="{574AD8BE-B4E0-4288-BC3E-CAE87462B8FC}" srcId="{7BEC246B-ED5F-4292-AAD5-ED9E13C6FD43}" destId="{54387653-FBA7-4B2C-8719-C9FA4136A736}" srcOrd="0" destOrd="0" parTransId="{C957D362-BD2E-4B6F-8301-0C1A338B94C0}" sibTransId="{0FD5C8C6-5587-45FE-B840-68EC31A00957}"/>
    <dgm:cxn modelId="{E21D77C1-4C5A-439E-A1AE-82B76688888D}" srcId="{54387653-FBA7-4B2C-8719-C9FA4136A736}" destId="{C2326DC9-5A90-413A-830C-7589DBFD75AB}" srcOrd="0" destOrd="0" parTransId="{225D94BC-5466-46DD-AFA6-006A7B89485A}" sibTransId="{49771E9C-FF75-4EC4-BF9C-66EC67815925}"/>
    <dgm:cxn modelId="{620F1CD0-8638-4536-890D-D7F1A45251B0}" type="presOf" srcId="{73A01FF7-8E07-47E9-877B-8DBABFD190F8}" destId="{8D4AC812-7F70-4527-8CA9-9C32BCAC9899}" srcOrd="0" destOrd="0" presId="urn:microsoft.com/office/officeart/2005/8/layout/hierarchy3"/>
    <dgm:cxn modelId="{69BE1ADB-BCB7-47C3-B9E1-9C05CF63837B}" type="presOf" srcId="{1590D49A-ACAA-41A5-A515-26BF5B613DC6}" destId="{FCCF6AC0-2523-419A-B530-92D0B09F9658}" srcOrd="0" destOrd="0" presId="urn:microsoft.com/office/officeart/2005/8/layout/hierarchy3"/>
    <dgm:cxn modelId="{BD4BCEF0-240A-4055-A4AD-1692CA39FFE1}" type="presOf" srcId="{852846D0-A363-4533-B333-905CB43C9946}" destId="{7EA5C3AF-D197-4E80-B070-1E293989F985}" srcOrd="0" destOrd="0" presId="urn:microsoft.com/office/officeart/2005/8/layout/hierarchy3"/>
    <dgm:cxn modelId="{953D78FB-5C8A-43C1-8967-9C35E6BF0199}" type="presOf" srcId="{629E4EC7-1DF5-4FBC-936B-7D001FE85419}" destId="{544C03F0-03E8-422F-A209-4960011A5E52}" srcOrd="0" destOrd="0" presId="urn:microsoft.com/office/officeart/2005/8/layout/hierarchy3"/>
    <dgm:cxn modelId="{C8A86CFD-650F-4318-BAB2-A87F79DB547D}" type="presOf" srcId="{440326E9-9AC0-4C8D-B02A-1D51476A4C62}" destId="{4F4EEF87-5912-4258-AD79-737CA9DCA2C8}" srcOrd="0" destOrd="0" presId="urn:microsoft.com/office/officeart/2005/8/layout/hierarchy3"/>
    <dgm:cxn modelId="{A925B0FF-0176-42EE-A330-99B8C7CE55D7}" type="presOf" srcId="{7BEC246B-ED5F-4292-AAD5-ED9E13C6FD43}" destId="{9674B074-6440-438A-811C-77F915BE722E}" srcOrd="0" destOrd="0" presId="urn:microsoft.com/office/officeart/2005/8/layout/hierarchy3"/>
    <dgm:cxn modelId="{A348D9B2-9A22-4D91-889B-D25769DC1534}" type="presParOf" srcId="{9674B074-6440-438A-811C-77F915BE722E}" destId="{844AC6E7-DF8D-4B28-9203-328AB884998A}" srcOrd="0" destOrd="0" presId="urn:microsoft.com/office/officeart/2005/8/layout/hierarchy3"/>
    <dgm:cxn modelId="{951A56BF-D955-4AC5-AC8C-CEA113D8AD87}" type="presParOf" srcId="{844AC6E7-DF8D-4B28-9203-328AB884998A}" destId="{903A0E3B-52CA-4ADC-875B-21BF0E577752}" srcOrd="0" destOrd="0" presId="urn:microsoft.com/office/officeart/2005/8/layout/hierarchy3"/>
    <dgm:cxn modelId="{56166028-D495-4F58-9BD2-5FE1F0C0C302}" type="presParOf" srcId="{903A0E3B-52CA-4ADC-875B-21BF0E577752}" destId="{0743D8E1-863A-4F31-BE7E-E8E5E17F0DCC}" srcOrd="0" destOrd="0" presId="urn:microsoft.com/office/officeart/2005/8/layout/hierarchy3"/>
    <dgm:cxn modelId="{119E7DB8-98BD-4DF7-A13F-D4CB88A42DB2}" type="presParOf" srcId="{903A0E3B-52CA-4ADC-875B-21BF0E577752}" destId="{3355275C-605F-4709-A09A-26AD9AF8B9EC}" srcOrd="1" destOrd="0" presId="urn:microsoft.com/office/officeart/2005/8/layout/hierarchy3"/>
    <dgm:cxn modelId="{E32613A9-192E-48E4-A6A9-EDFDD91CC1BB}" type="presParOf" srcId="{844AC6E7-DF8D-4B28-9203-328AB884998A}" destId="{9A738273-3EC2-4D8E-8F1C-F3E5C08E0921}" srcOrd="1" destOrd="0" presId="urn:microsoft.com/office/officeart/2005/8/layout/hierarchy3"/>
    <dgm:cxn modelId="{50FC2231-85A9-47CD-804A-72E4D4FE0F17}" type="presParOf" srcId="{9A738273-3EC2-4D8E-8F1C-F3E5C08E0921}" destId="{A8BD92C3-BA6A-41F6-A9D9-76B1F6DC778B}" srcOrd="0" destOrd="0" presId="urn:microsoft.com/office/officeart/2005/8/layout/hierarchy3"/>
    <dgm:cxn modelId="{8A29DC45-0E95-46FA-8DC5-99B2011645BF}" type="presParOf" srcId="{9A738273-3EC2-4D8E-8F1C-F3E5C08E0921}" destId="{5DAF117F-AC5B-413F-A845-F5E813BE244C}" srcOrd="1" destOrd="0" presId="urn:microsoft.com/office/officeart/2005/8/layout/hierarchy3"/>
    <dgm:cxn modelId="{7C6B996B-C478-46CF-B27C-1C6AE01A95A1}" type="presParOf" srcId="{9674B074-6440-438A-811C-77F915BE722E}" destId="{C980EDCD-369F-4162-9DEA-DB0BD19FFC40}" srcOrd="1" destOrd="0" presId="urn:microsoft.com/office/officeart/2005/8/layout/hierarchy3"/>
    <dgm:cxn modelId="{61C0DB64-97EC-412B-9767-D73A46885B0B}" type="presParOf" srcId="{C980EDCD-369F-4162-9DEA-DB0BD19FFC40}" destId="{A76500BB-75F9-4414-8B55-95B74EFDE2C3}" srcOrd="0" destOrd="0" presId="urn:microsoft.com/office/officeart/2005/8/layout/hierarchy3"/>
    <dgm:cxn modelId="{CCA3A5E2-A3DE-4CA9-8992-E1C9EAC71040}" type="presParOf" srcId="{A76500BB-75F9-4414-8B55-95B74EFDE2C3}" destId="{544C03F0-03E8-422F-A209-4960011A5E52}" srcOrd="0" destOrd="0" presId="urn:microsoft.com/office/officeart/2005/8/layout/hierarchy3"/>
    <dgm:cxn modelId="{B8B9266E-3866-48C3-B06C-F6322B235A96}" type="presParOf" srcId="{A76500BB-75F9-4414-8B55-95B74EFDE2C3}" destId="{16AA47F8-BB22-4827-A67F-3D03613CDBEB}" srcOrd="1" destOrd="0" presId="urn:microsoft.com/office/officeart/2005/8/layout/hierarchy3"/>
    <dgm:cxn modelId="{010E0F7D-8525-45D6-BABF-CE99A9893C9D}" type="presParOf" srcId="{C980EDCD-369F-4162-9DEA-DB0BD19FFC40}" destId="{B6D1D16F-6D64-4468-AD51-6681AD2969A7}" srcOrd="1" destOrd="0" presId="urn:microsoft.com/office/officeart/2005/8/layout/hierarchy3"/>
    <dgm:cxn modelId="{9AA628CA-2313-495A-BFBB-070CDA16A8DF}" type="presParOf" srcId="{B6D1D16F-6D64-4468-AD51-6681AD2969A7}" destId="{4F4EEF87-5912-4258-AD79-737CA9DCA2C8}" srcOrd="0" destOrd="0" presId="urn:microsoft.com/office/officeart/2005/8/layout/hierarchy3"/>
    <dgm:cxn modelId="{52020981-00E9-411A-BB6A-4B691CB656A4}" type="presParOf" srcId="{B6D1D16F-6D64-4468-AD51-6681AD2969A7}" destId="{7EA5C3AF-D197-4E80-B070-1E293989F985}" srcOrd="1" destOrd="0" presId="urn:microsoft.com/office/officeart/2005/8/layout/hierarchy3"/>
    <dgm:cxn modelId="{00DCDB97-FB83-4C6D-81E8-43C5BF219557}" type="presParOf" srcId="{9674B074-6440-438A-811C-77F915BE722E}" destId="{86B20C7A-387F-4A49-9702-0B2CA5EAA570}" srcOrd="2" destOrd="0" presId="urn:microsoft.com/office/officeart/2005/8/layout/hierarchy3"/>
    <dgm:cxn modelId="{9F6CED44-1849-4B80-8286-13164AA4B2E9}" type="presParOf" srcId="{86B20C7A-387F-4A49-9702-0B2CA5EAA570}" destId="{D69819F0-F8EC-4F00-8623-E08DCCB07698}" srcOrd="0" destOrd="0" presId="urn:microsoft.com/office/officeart/2005/8/layout/hierarchy3"/>
    <dgm:cxn modelId="{13A919F9-B2E5-40D9-89C4-D2962FEFE7D0}" type="presParOf" srcId="{D69819F0-F8EC-4F00-8623-E08DCCB07698}" destId="{FCCF6AC0-2523-419A-B530-92D0B09F9658}" srcOrd="0" destOrd="0" presId="urn:microsoft.com/office/officeart/2005/8/layout/hierarchy3"/>
    <dgm:cxn modelId="{56462B49-D787-4A18-91C2-B330502D7AB6}" type="presParOf" srcId="{D69819F0-F8EC-4F00-8623-E08DCCB07698}" destId="{D1FAA599-B7F9-4897-B572-5A97AA15C32F}" srcOrd="1" destOrd="0" presId="urn:microsoft.com/office/officeart/2005/8/layout/hierarchy3"/>
    <dgm:cxn modelId="{B2424771-9D7B-4C47-A742-F38852CD334B}" type="presParOf" srcId="{86B20C7A-387F-4A49-9702-0B2CA5EAA570}" destId="{B52B9BFA-F2E3-4682-9F05-DD78D31EF379}" srcOrd="1" destOrd="0" presId="urn:microsoft.com/office/officeart/2005/8/layout/hierarchy3"/>
    <dgm:cxn modelId="{9294CBB9-6B02-4B58-896A-8C2D134788F9}" type="presParOf" srcId="{B52B9BFA-F2E3-4682-9F05-DD78D31EF379}" destId="{9277B32E-8CB8-4473-83D5-42C89960EA51}" srcOrd="0" destOrd="0" presId="urn:microsoft.com/office/officeart/2005/8/layout/hierarchy3"/>
    <dgm:cxn modelId="{996A61AA-2A20-4A85-A120-23B04CDED796}" type="presParOf" srcId="{B52B9BFA-F2E3-4682-9F05-DD78D31EF379}" destId="{C3D2492D-1033-43C1-8B5B-FD65F7B3207D}" srcOrd="1" destOrd="0" presId="urn:microsoft.com/office/officeart/2005/8/layout/hierarchy3"/>
    <dgm:cxn modelId="{E9605E37-9AB2-43C4-9934-1841AE3EE6A5}" type="presParOf" srcId="{9674B074-6440-438A-811C-77F915BE722E}" destId="{5AF3B1E3-6C97-4AF2-AC5B-B51C0CAC5852}" srcOrd="3" destOrd="0" presId="urn:microsoft.com/office/officeart/2005/8/layout/hierarchy3"/>
    <dgm:cxn modelId="{CF6ABEE1-4046-4BBB-94EE-F8DE9472BA8C}" type="presParOf" srcId="{5AF3B1E3-6C97-4AF2-AC5B-B51C0CAC5852}" destId="{43B34340-6FF3-4685-AA87-017A23B3C35D}" srcOrd="0" destOrd="0" presId="urn:microsoft.com/office/officeart/2005/8/layout/hierarchy3"/>
    <dgm:cxn modelId="{650C12BB-0065-4FDA-AB70-2D7310B097EE}" type="presParOf" srcId="{43B34340-6FF3-4685-AA87-017A23B3C35D}" destId="{08C7611F-81C7-45AF-AFCD-5A159DBC2894}" srcOrd="0" destOrd="0" presId="urn:microsoft.com/office/officeart/2005/8/layout/hierarchy3"/>
    <dgm:cxn modelId="{83FB57F8-663D-4EE3-BC23-D1A570218516}" type="presParOf" srcId="{43B34340-6FF3-4685-AA87-017A23B3C35D}" destId="{9E8DE645-0D5D-4C57-B324-A99B71D8CAD9}" srcOrd="1" destOrd="0" presId="urn:microsoft.com/office/officeart/2005/8/layout/hierarchy3"/>
    <dgm:cxn modelId="{D5D15D9C-6364-4712-9149-A0EDEC4BD0CD}" type="presParOf" srcId="{5AF3B1E3-6C97-4AF2-AC5B-B51C0CAC5852}" destId="{8231DEEB-7787-4D68-A080-53017511A283}" srcOrd="1" destOrd="0" presId="urn:microsoft.com/office/officeart/2005/8/layout/hierarchy3"/>
    <dgm:cxn modelId="{3AE60458-2DD8-480E-9A8D-9E6EFA901D6D}" type="presParOf" srcId="{8231DEEB-7787-4D68-A080-53017511A283}" destId="{8D4AC812-7F70-4527-8CA9-9C32BCAC9899}" srcOrd="0" destOrd="0" presId="urn:microsoft.com/office/officeart/2005/8/layout/hierarchy3"/>
    <dgm:cxn modelId="{4B41F9E8-CD88-4CF1-BABF-DF73241A2A8F}" type="presParOf" srcId="{8231DEEB-7787-4D68-A080-53017511A283}" destId="{92035240-9DD9-4070-987E-18BFF2A2A81C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013B04C-4BC8-4D5D-A5AA-C041D19A1E22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FADFE89-8ED3-4664-B7C9-4D7CFA573A9D}">
      <dgm:prSet/>
      <dgm:spPr/>
      <dgm:t>
        <a:bodyPr/>
        <a:lstStyle/>
        <a:p>
          <a:r>
            <a:rPr lang="en-US"/>
            <a:t>ASR robustness:</a:t>
          </a:r>
        </a:p>
      </dgm:t>
    </dgm:pt>
    <dgm:pt modelId="{145C4CD9-4484-4DA7-9929-5C068CD6E4EE}" type="parTrans" cxnId="{EB12DC13-1791-4372-9B5D-FF0E2C0268A3}">
      <dgm:prSet/>
      <dgm:spPr/>
      <dgm:t>
        <a:bodyPr/>
        <a:lstStyle/>
        <a:p>
          <a:endParaRPr lang="en-US"/>
        </a:p>
      </dgm:t>
    </dgm:pt>
    <dgm:pt modelId="{C636D534-F83D-4FD4-9690-E7DCEA0D6436}" type="sibTrans" cxnId="{EB12DC13-1791-4372-9B5D-FF0E2C0268A3}">
      <dgm:prSet/>
      <dgm:spPr/>
      <dgm:t>
        <a:bodyPr/>
        <a:lstStyle/>
        <a:p>
          <a:endParaRPr lang="en-US"/>
        </a:p>
      </dgm:t>
    </dgm:pt>
    <dgm:pt modelId="{054E819A-FB68-47A7-A311-F6126597A110}">
      <dgm:prSet/>
      <dgm:spPr/>
      <dgm:t>
        <a:bodyPr/>
        <a:lstStyle/>
        <a:p>
          <a:r>
            <a:rPr lang="en-US"/>
            <a:t>Accents, cross talk, mic quality, background noise, code-switching, clinical jargons.</a:t>
          </a:r>
        </a:p>
      </dgm:t>
    </dgm:pt>
    <dgm:pt modelId="{E516910A-95D8-4075-B62B-17FEF8078731}" type="parTrans" cxnId="{4A0A84B7-B922-4904-AF02-8270FE02BA40}">
      <dgm:prSet/>
      <dgm:spPr/>
      <dgm:t>
        <a:bodyPr/>
        <a:lstStyle/>
        <a:p>
          <a:endParaRPr lang="en-US"/>
        </a:p>
      </dgm:t>
    </dgm:pt>
    <dgm:pt modelId="{F9FBA5E9-75AE-4A16-B89F-B8CA701548F1}" type="sibTrans" cxnId="{4A0A84B7-B922-4904-AF02-8270FE02BA40}">
      <dgm:prSet/>
      <dgm:spPr/>
      <dgm:t>
        <a:bodyPr/>
        <a:lstStyle/>
        <a:p>
          <a:endParaRPr lang="en-US"/>
        </a:p>
      </dgm:t>
    </dgm:pt>
    <dgm:pt modelId="{E0C94F8A-B75E-4465-9E6D-F53F4796ED08}">
      <dgm:prSet/>
      <dgm:spPr/>
      <dgm:t>
        <a:bodyPr/>
        <a:lstStyle/>
        <a:p>
          <a:r>
            <a:rPr lang="en-US"/>
            <a:t>Possible solutions: VAD/denoise, fallback ASR, allow quick text override</a:t>
          </a:r>
        </a:p>
      </dgm:t>
    </dgm:pt>
    <dgm:pt modelId="{27E1410F-609A-4A84-B9C6-EBBB9DB270A2}" type="parTrans" cxnId="{CB236376-4051-4718-BB35-BEAB88527290}">
      <dgm:prSet/>
      <dgm:spPr/>
      <dgm:t>
        <a:bodyPr/>
        <a:lstStyle/>
        <a:p>
          <a:endParaRPr lang="en-US"/>
        </a:p>
      </dgm:t>
    </dgm:pt>
    <dgm:pt modelId="{F15DEDFB-D572-4B62-87CF-FE218CAA5760}" type="sibTrans" cxnId="{CB236376-4051-4718-BB35-BEAB88527290}">
      <dgm:prSet/>
      <dgm:spPr/>
      <dgm:t>
        <a:bodyPr/>
        <a:lstStyle/>
        <a:p>
          <a:endParaRPr lang="en-US"/>
        </a:p>
      </dgm:t>
    </dgm:pt>
    <dgm:pt modelId="{1B1C4F10-C01D-4A0D-A263-F9E0848786E7}">
      <dgm:prSet/>
      <dgm:spPr/>
      <dgm:t>
        <a:bodyPr/>
        <a:lstStyle/>
        <a:p>
          <a:r>
            <a:rPr lang="en-US"/>
            <a:t>Streaming latency:</a:t>
          </a:r>
        </a:p>
      </dgm:t>
    </dgm:pt>
    <dgm:pt modelId="{47DE48FE-43A1-43BC-8DEC-F0C143E4A79C}" type="parTrans" cxnId="{BAC120D1-3463-45AC-8B90-DC54FB8748E9}">
      <dgm:prSet/>
      <dgm:spPr/>
      <dgm:t>
        <a:bodyPr/>
        <a:lstStyle/>
        <a:p>
          <a:endParaRPr lang="en-US"/>
        </a:p>
      </dgm:t>
    </dgm:pt>
    <dgm:pt modelId="{1DA1D6A5-3272-43C1-9720-133E1D606D78}" type="sibTrans" cxnId="{BAC120D1-3463-45AC-8B90-DC54FB8748E9}">
      <dgm:prSet/>
      <dgm:spPr/>
      <dgm:t>
        <a:bodyPr/>
        <a:lstStyle/>
        <a:p>
          <a:endParaRPr lang="en-US"/>
        </a:p>
      </dgm:t>
    </dgm:pt>
    <dgm:pt modelId="{420AD671-E839-4218-902A-56273B62498C}">
      <dgm:prSet/>
      <dgm:spPr/>
      <dgm:t>
        <a:bodyPr/>
        <a:lstStyle/>
        <a:p>
          <a:r>
            <a:rPr lang="en-US"/>
            <a:t>Live turns need 300-800ms delay, LLM context windows add lag.</a:t>
          </a:r>
        </a:p>
      </dgm:t>
    </dgm:pt>
    <dgm:pt modelId="{86AF4733-8A8E-42EC-903A-50EB51BC954E}" type="parTrans" cxnId="{833F512F-15A8-4C14-BF17-4CD826EC469D}">
      <dgm:prSet/>
      <dgm:spPr/>
      <dgm:t>
        <a:bodyPr/>
        <a:lstStyle/>
        <a:p>
          <a:endParaRPr lang="en-US"/>
        </a:p>
      </dgm:t>
    </dgm:pt>
    <dgm:pt modelId="{B193416C-6369-4DDA-8723-EEB3BFC9BF01}" type="sibTrans" cxnId="{833F512F-15A8-4C14-BF17-4CD826EC469D}">
      <dgm:prSet/>
      <dgm:spPr/>
      <dgm:t>
        <a:bodyPr/>
        <a:lstStyle/>
        <a:p>
          <a:endParaRPr lang="en-US"/>
        </a:p>
      </dgm:t>
    </dgm:pt>
    <dgm:pt modelId="{608CAF46-C9A2-4AE9-B153-B81221973A3E}">
      <dgm:prSet/>
      <dgm:spPr/>
      <dgm:t>
        <a:bodyPr/>
        <a:lstStyle/>
        <a:p>
          <a:r>
            <a:rPr lang="en-US"/>
            <a:t>Possible solutions: Streaming ASR/TTS + small fast LLM path</a:t>
          </a:r>
        </a:p>
      </dgm:t>
    </dgm:pt>
    <dgm:pt modelId="{C4933E05-0CA5-49DE-9719-C2CB4D745F3F}" type="parTrans" cxnId="{EFB4683E-877D-46AB-8385-0692D88E8598}">
      <dgm:prSet/>
      <dgm:spPr/>
      <dgm:t>
        <a:bodyPr/>
        <a:lstStyle/>
        <a:p>
          <a:endParaRPr lang="en-US"/>
        </a:p>
      </dgm:t>
    </dgm:pt>
    <dgm:pt modelId="{46601473-C128-4097-8AC2-1D9B72559477}" type="sibTrans" cxnId="{EFB4683E-877D-46AB-8385-0692D88E8598}">
      <dgm:prSet/>
      <dgm:spPr/>
      <dgm:t>
        <a:bodyPr/>
        <a:lstStyle/>
        <a:p>
          <a:endParaRPr lang="en-US"/>
        </a:p>
      </dgm:t>
    </dgm:pt>
    <dgm:pt modelId="{A071F4C6-A9E9-4DAB-B6FA-624FF6E4939A}">
      <dgm:prSet/>
      <dgm:spPr/>
      <dgm:t>
        <a:bodyPr/>
        <a:lstStyle/>
        <a:p>
          <a:r>
            <a:rPr lang="en-GB"/>
            <a:t>Hallucinations and Safety drift:</a:t>
          </a:r>
          <a:endParaRPr lang="en-US"/>
        </a:p>
      </dgm:t>
    </dgm:pt>
    <dgm:pt modelId="{F4550441-9F26-41B3-9F47-13F1CAFB67E7}" type="parTrans" cxnId="{4A1064F0-C3E3-45A9-89E7-94988468A2A1}">
      <dgm:prSet/>
      <dgm:spPr/>
      <dgm:t>
        <a:bodyPr/>
        <a:lstStyle/>
        <a:p>
          <a:endParaRPr lang="en-US"/>
        </a:p>
      </dgm:t>
    </dgm:pt>
    <dgm:pt modelId="{60E8219A-DC02-46FA-BE37-C8AF4BBBC00F}" type="sibTrans" cxnId="{4A1064F0-C3E3-45A9-89E7-94988468A2A1}">
      <dgm:prSet/>
      <dgm:spPr/>
      <dgm:t>
        <a:bodyPr/>
        <a:lstStyle/>
        <a:p>
          <a:endParaRPr lang="en-US"/>
        </a:p>
      </dgm:t>
    </dgm:pt>
    <dgm:pt modelId="{AFD23993-8F98-4477-A1BA-8415A3FF2F14}">
      <dgm:prSet/>
      <dgm:spPr/>
      <dgm:t>
        <a:bodyPr/>
        <a:lstStyle/>
        <a:p>
          <a:r>
            <a:rPr lang="en-GB"/>
            <a:t>LLM may invent facts, give advice beyond a client role, wander into unsafe territory</a:t>
          </a:r>
          <a:endParaRPr lang="en-US"/>
        </a:p>
      </dgm:t>
    </dgm:pt>
    <dgm:pt modelId="{0B483FD4-2159-4C23-BB9F-5B4CB1F727A8}" type="parTrans" cxnId="{098CAD51-0120-4FCB-800C-4E2798325B84}">
      <dgm:prSet/>
      <dgm:spPr/>
      <dgm:t>
        <a:bodyPr/>
        <a:lstStyle/>
        <a:p>
          <a:endParaRPr lang="en-US"/>
        </a:p>
      </dgm:t>
    </dgm:pt>
    <dgm:pt modelId="{F2F36440-FF7F-4A46-BF35-63F8B576D59B}" type="sibTrans" cxnId="{098CAD51-0120-4FCB-800C-4E2798325B84}">
      <dgm:prSet/>
      <dgm:spPr/>
      <dgm:t>
        <a:bodyPr/>
        <a:lstStyle/>
        <a:p>
          <a:endParaRPr lang="en-US"/>
        </a:p>
      </dgm:t>
    </dgm:pt>
    <dgm:pt modelId="{CEEF68E7-0E84-478A-B850-4BD5FE3341B6}">
      <dgm:prSet/>
      <dgm:spPr/>
      <dgm:t>
        <a:bodyPr/>
        <a:lstStyle/>
        <a:p>
          <a:r>
            <a:rPr lang="en-US"/>
            <a:t>Possible solutions: Hard system rules, post-gen filter, crisis templates</a:t>
          </a:r>
        </a:p>
      </dgm:t>
    </dgm:pt>
    <dgm:pt modelId="{55E229FD-CEB9-4C8E-8453-16E560A8116C}" type="parTrans" cxnId="{5547803B-F662-4D56-8222-BD7C4675DD7B}">
      <dgm:prSet/>
      <dgm:spPr/>
      <dgm:t>
        <a:bodyPr/>
        <a:lstStyle/>
        <a:p>
          <a:endParaRPr lang="en-US"/>
        </a:p>
      </dgm:t>
    </dgm:pt>
    <dgm:pt modelId="{CF670C79-91F2-4D05-A255-874B0DB19DF7}" type="sibTrans" cxnId="{5547803B-F662-4D56-8222-BD7C4675DD7B}">
      <dgm:prSet/>
      <dgm:spPr/>
      <dgm:t>
        <a:bodyPr/>
        <a:lstStyle/>
        <a:p>
          <a:endParaRPr lang="en-US"/>
        </a:p>
      </dgm:t>
    </dgm:pt>
    <dgm:pt modelId="{A82D58C2-9EF3-4069-AAB8-FA9B0D988298}">
      <dgm:prSet/>
      <dgm:spPr/>
      <dgm:t>
        <a:bodyPr/>
        <a:lstStyle/>
        <a:p>
          <a:r>
            <a:rPr lang="en-GB"/>
            <a:t>Privacy and compliance:</a:t>
          </a:r>
          <a:endParaRPr lang="en-US"/>
        </a:p>
      </dgm:t>
    </dgm:pt>
    <dgm:pt modelId="{E231D7D6-6DDA-4CFE-9048-4DB38857C715}" type="parTrans" cxnId="{150015CF-070B-44BC-8D9A-4360DC8DE0C3}">
      <dgm:prSet/>
      <dgm:spPr/>
      <dgm:t>
        <a:bodyPr/>
        <a:lstStyle/>
        <a:p>
          <a:endParaRPr lang="en-US"/>
        </a:p>
      </dgm:t>
    </dgm:pt>
    <dgm:pt modelId="{CAE9EDA9-22E0-4912-BF6A-A282A55DFA30}" type="sibTrans" cxnId="{150015CF-070B-44BC-8D9A-4360DC8DE0C3}">
      <dgm:prSet/>
      <dgm:spPr/>
      <dgm:t>
        <a:bodyPr/>
        <a:lstStyle/>
        <a:p>
          <a:endParaRPr lang="en-US"/>
        </a:p>
      </dgm:t>
    </dgm:pt>
    <dgm:pt modelId="{70253A0D-85BF-4D7C-A497-BF17E20E8B53}">
      <dgm:prSet/>
      <dgm:spPr/>
      <dgm:t>
        <a:bodyPr/>
        <a:lstStyle/>
        <a:p>
          <a:r>
            <a:rPr lang="en-GB"/>
            <a:t>Voice + text can be identifying: logs, backups.</a:t>
          </a:r>
          <a:endParaRPr lang="en-US"/>
        </a:p>
      </dgm:t>
    </dgm:pt>
    <dgm:pt modelId="{91E45D93-41E3-4B0C-A308-8FCBAEB92EE2}" type="parTrans" cxnId="{D7CF3A4A-2A73-4F9C-9C6E-9B3205B2A26A}">
      <dgm:prSet/>
      <dgm:spPr/>
      <dgm:t>
        <a:bodyPr/>
        <a:lstStyle/>
        <a:p>
          <a:endParaRPr lang="en-US"/>
        </a:p>
      </dgm:t>
    </dgm:pt>
    <dgm:pt modelId="{BDF0FE71-3F65-4414-8F2B-1D6F6E8518B8}" type="sibTrans" cxnId="{D7CF3A4A-2A73-4F9C-9C6E-9B3205B2A26A}">
      <dgm:prSet/>
      <dgm:spPr/>
      <dgm:t>
        <a:bodyPr/>
        <a:lstStyle/>
        <a:p>
          <a:endParaRPr lang="en-US"/>
        </a:p>
      </dgm:t>
    </dgm:pt>
    <dgm:pt modelId="{C84F881E-49FF-47D4-90ED-8A15253ADC98}">
      <dgm:prSet/>
      <dgm:spPr/>
      <dgm:t>
        <a:bodyPr/>
        <a:lstStyle/>
        <a:p>
          <a:r>
            <a:rPr lang="en-US"/>
            <a:t>Possible solutions: Encryption, on device/in- region recording, short retention</a:t>
          </a:r>
        </a:p>
      </dgm:t>
    </dgm:pt>
    <dgm:pt modelId="{AC4B2597-9928-481D-B851-04ECA6559078}" type="parTrans" cxnId="{4134982A-BD91-4D33-B38E-08DB615AC8AD}">
      <dgm:prSet/>
      <dgm:spPr/>
      <dgm:t>
        <a:bodyPr/>
        <a:lstStyle/>
        <a:p>
          <a:endParaRPr lang="en-US"/>
        </a:p>
      </dgm:t>
    </dgm:pt>
    <dgm:pt modelId="{76E2EBE8-BBEB-4C48-AE76-9777637D3D0C}" type="sibTrans" cxnId="{4134982A-BD91-4D33-B38E-08DB615AC8AD}">
      <dgm:prSet/>
      <dgm:spPr/>
      <dgm:t>
        <a:bodyPr/>
        <a:lstStyle/>
        <a:p>
          <a:endParaRPr lang="en-US"/>
        </a:p>
      </dgm:t>
    </dgm:pt>
    <dgm:pt modelId="{58DD8638-68B6-4909-883F-331AA4AC1470}" type="pres">
      <dgm:prSet presAssocID="{C013B04C-4BC8-4D5D-A5AA-C041D19A1E22}" presName="Name0" presStyleCnt="0">
        <dgm:presLayoutVars>
          <dgm:dir/>
          <dgm:animLvl val="lvl"/>
          <dgm:resizeHandles val="exact"/>
        </dgm:presLayoutVars>
      </dgm:prSet>
      <dgm:spPr/>
    </dgm:pt>
    <dgm:pt modelId="{9B09D72A-09F8-4EF1-96AE-BA7127D1A027}" type="pres">
      <dgm:prSet presAssocID="{6FADFE89-8ED3-4664-B7C9-4D7CFA573A9D}" presName="composite" presStyleCnt="0"/>
      <dgm:spPr/>
    </dgm:pt>
    <dgm:pt modelId="{30FAA725-73C9-4E01-944A-255059AC3091}" type="pres">
      <dgm:prSet presAssocID="{6FADFE89-8ED3-4664-B7C9-4D7CFA573A9D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79417D5F-CD88-4C4A-AEA4-5607EC9A7392}" type="pres">
      <dgm:prSet presAssocID="{6FADFE89-8ED3-4664-B7C9-4D7CFA573A9D}" presName="desTx" presStyleLbl="alignAccFollowNode1" presStyleIdx="0" presStyleCnt="4">
        <dgm:presLayoutVars>
          <dgm:bulletEnabled val="1"/>
        </dgm:presLayoutVars>
      </dgm:prSet>
      <dgm:spPr/>
    </dgm:pt>
    <dgm:pt modelId="{A34BD229-5B95-4A73-A912-3FE157CBC24C}" type="pres">
      <dgm:prSet presAssocID="{C636D534-F83D-4FD4-9690-E7DCEA0D6436}" presName="space" presStyleCnt="0"/>
      <dgm:spPr/>
    </dgm:pt>
    <dgm:pt modelId="{4859E73B-DB72-40BE-9A67-A07892F9801A}" type="pres">
      <dgm:prSet presAssocID="{1B1C4F10-C01D-4A0D-A263-F9E0848786E7}" presName="composite" presStyleCnt="0"/>
      <dgm:spPr/>
    </dgm:pt>
    <dgm:pt modelId="{7CC8EB00-859C-4E67-90ED-C6C47E59672F}" type="pres">
      <dgm:prSet presAssocID="{1B1C4F10-C01D-4A0D-A263-F9E0848786E7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A68BCCB4-80DD-4E14-847B-54AB456D6621}" type="pres">
      <dgm:prSet presAssocID="{1B1C4F10-C01D-4A0D-A263-F9E0848786E7}" presName="desTx" presStyleLbl="alignAccFollowNode1" presStyleIdx="1" presStyleCnt="4">
        <dgm:presLayoutVars>
          <dgm:bulletEnabled val="1"/>
        </dgm:presLayoutVars>
      </dgm:prSet>
      <dgm:spPr/>
    </dgm:pt>
    <dgm:pt modelId="{2A481515-246B-4E10-A4FE-025DD3F6572D}" type="pres">
      <dgm:prSet presAssocID="{1DA1D6A5-3272-43C1-9720-133E1D606D78}" presName="space" presStyleCnt="0"/>
      <dgm:spPr/>
    </dgm:pt>
    <dgm:pt modelId="{6A477D47-8B4B-4291-8A4A-BD1ACE2B21E3}" type="pres">
      <dgm:prSet presAssocID="{A071F4C6-A9E9-4DAB-B6FA-624FF6E4939A}" presName="composite" presStyleCnt="0"/>
      <dgm:spPr/>
    </dgm:pt>
    <dgm:pt modelId="{D3938D7F-DAE2-4F9A-9882-9ABB3B51DF48}" type="pres">
      <dgm:prSet presAssocID="{A071F4C6-A9E9-4DAB-B6FA-624FF6E4939A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7AD26736-B626-4465-9B8F-F4715830224E}" type="pres">
      <dgm:prSet presAssocID="{A071F4C6-A9E9-4DAB-B6FA-624FF6E4939A}" presName="desTx" presStyleLbl="alignAccFollowNode1" presStyleIdx="2" presStyleCnt="4">
        <dgm:presLayoutVars>
          <dgm:bulletEnabled val="1"/>
        </dgm:presLayoutVars>
      </dgm:prSet>
      <dgm:spPr/>
    </dgm:pt>
    <dgm:pt modelId="{ED99BED8-99BD-4203-B084-E941E9898C5D}" type="pres">
      <dgm:prSet presAssocID="{60E8219A-DC02-46FA-BE37-C8AF4BBBC00F}" presName="space" presStyleCnt="0"/>
      <dgm:spPr/>
    </dgm:pt>
    <dgm:pt modelId="{EB4D8040-A649-4C1F-852C-6AE7A0874A81}" type="pres">
      <dgm:prSet presAssocID="{A82D58C2-9EF3-4069-AAB8-FA9B0D988298}" presName="composite" presStyleCnt="0"/>
      <dgm:spPr/>
    </dgm:pt>
    <dgm:pt modelId="{1536C1A5-AAB6-46C4-93C8-684156C224D0}" type="pres">
      <dgm:prSet presAssocID="{A82D58C2-9EF3-4069-AAB8-FA9B0D988298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0D5BAE87-F531-498C-8C0B-B720DF72837D}" type="pres">
      <dgm:prSet presAssocID="{A82D58C2-9EF3-4069-AAB8-FA9B0D988298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A4915E09-579A-4CE5-96E1-07925D5F6F1D}" type="presOf" srcId="{C84F881E-49FF-47D4-90ED-8A15253ADC98}" destId="{0D5BAE87-F531-498C-8C0B-B720DF72837D}" srcOrd="0" destOrd="1" presId="urn:microsoft.com/office/officeart/2005/8/layout/hList1"/>
    <dgm:cxn modelId="{EB12DC13-1791-4372-9B5D-FF0E2C0268A3}" srcId="{C013B04C-4BC8-4D5D-A5AA-C041D19A1E22}" destId="{6FADFE89-8ED3-4664-B7C9-4D7CFA573A9D}" srcOrd="0" destOrd="0" parTransId="{145C4CD9-4484-4DA7-9929-5C068CD6E4EE}" sibTransId="{C636D534-F83D-4FD4-9690-E7DCEA0D6436}"/>
    <dgm:cxn modelId="{9B088816-93FA-4761-9B66-1FE35DB6CFCC}" type="presOf" srcId="{054E819A-FB68-47A7-A311-F6126597A110}" destId="{79417D5F-CD88-4C4A-AEA4-5607EC9A7392}" srcOrd="0" destOrd="0" presId="urn:microsoft.com/office/officeart/2005/8/layout/hList1"/>
    <dgm:cxn modelId="{336B8228-3FC1-4CAC-A7B6-CC6C5E102C3C}" type="presOf" srcId="{6FADFE89-8ED3-4664-B7C9-4D7CFA573A9D}" destId="{30FAA725-73C9-4E01-944A-255059AC3091}" srcOrd="0" destOrd="0" presId="urn:microsoft.com/office/officeart/2005/8/layout/hList1"/>
    <dgm:cxn modelId="{4134982A-BD91-4D33-B38E-08DB615AC8AD}" srcId="{A82D58C2-9EF3-4069-AAB8-FA9B0D988298}" destId="{C84F881E-49FF-47D4-90ED-8A15253ADC98}" srcOrd="1" destOrd="0" parTransId="{AC4B2597-9928-481D-B851-04ECA6559078}" sibTransId="{76E2EBE8-BBEB-4C48-AE76-9777637D3D0C}"/>
    <dgm:cxn modelId="{833F512F-15A8-4C14-BF17-4CD826EC469D}" srcId="{1B1C4F10-C01D-4A0D-A263-F9E0848786E7}" destId="{420AD671-E839-4218-902A-56273B62498C}" srcOrd="0" destOrd="0" parTransId="{86AF4733-8A8E-42EC-903A-50EB51BC954E}" sibTransId="{B193416C-6369-4DDA-8723-EEB3BFC9BF01}"/>
    <dgm:cxn modelId="{31B82A3A-86CE-4087-8638-4684EEA57B74}" type="presOf" srcId="{A82D58C2-9EF3-4069-AAB8-FA9B0D988298}" destId="{1536C1A5-AAB6-46C4-93C8-684156C224D0}" srcOrd="0" destOrd="0" presId="urn:microsoft.com/office/officeart/2005/8/layout/hList1"/>
    <dgm:cxn modelId="{5547803B-F662-4D56-8222-BD7C4675DD7B}" srcId="{A071F4C6-A9E9-4DAB-B6FA-624FF6E4939A}" destId="{CEEF68E7-0E84-478A-B850-4BD5FE3341B6}" srcOrd="1" destOrd="0" parTransId="{55E229FD-CEB9-4C8E-8453-16E560A8116C}" sibTransId="{CF670C79-91F2-4D05-A255-874B0DB19DF7}"/>
    <dgm:cxn modelId="{EFB4683E-877D-46AB-8385-0692D88E8598}" srcId="{1B1C4F10-C01D-4A0D-A263-F9E0848786E7}" destId="{608CAF46-C9A2-4AE9-B153-B81221973A3E}" srcOrd="1" destOrd="0" parTransId="{C4933E05-0CA5-49DE-9719-C2CB4D745F3F}" sibTransId="{46601473-C128-4097-8AC2-1D9B72559477}"/>
    <dgm:cxn modelId="{1534D340-F946-4B7A-A991-306A09FD8F72}" type="presOf" srcId="{70253A0D-85BF-4D7C-A497-BF17E20E8B53}" destId="{0D5BAE87-F531-498C-8C0B-B720DF72837D}" srcOrd="0" destOrd="0" presId="urn:microsoft.com/office/officeart/2005/8/layout/hList1"/>
    <dgm:cxn modelId="{8D459161-7C98-48C6-B8E3-84C8F3C511BA}" type="presOf" srcId="{E0C94F8A-B75E-4465-9E6D-F53F4796ED08}" destId="{79417D5F-CD88-4C4A-AEA4-5607EC9A7392}" srcOrd="0" destOrd="1" presId="urn:microsoft.com/office/officeart/2005/8/layout/hList1"/>
    <dgm:cxn modelId="{45363A62-308C-4B65-8A4B-1EF15078B196}" type="presOf" srcId="{420AD671-E839-4218-902A-56273B62498C}" destId="{A68BCCB4-80DD-4E14-847B-54AB456D6621}" srcOrd="0" destOrd="0" presId="urn:microsoft.com/office/officeart/2005/8/layout/hList1"/>
    <dgm:cxn modelId="{D7CF3A4A-2A73-4F9C-9C6E-9B3205B2A26A}" srcId="{A82D58C2-9EF3-4069-AAB8-FA9B0D988298}" destId="{70253A0D-85BF-4D7C-A497-BF17E20E8B53}" srcOrd="0" destOrd="0" parTransId="{91E45D93-41E3-4B0C-A308-8FCBAEB92EE2}" sibTransId="{BDF0FE71-3F65-4414-8F2B-1D6F6E8518B8}"/>
    <dgm:cxn modelId="{098CAD51-0120-4FCB-800C-4E2798325B84}" srcId="{A071F4C6-A9E9-4DAB-B6FA-624FF6E4939A}" destId="{AFD23993-8F98-4477-A1BA-8415A3FF2F14}" srcOrd="0" destOrd="0" parTransId="{0B483FD4-2159-4C23-BB9F-5B4CB1F727A8}" sibTransId="{F2F36440-FF7F-4A46-BF35-63F8B576D59B}"/>
    <dgm:cxn modelId="{CB236376-4051-4718-BB35-BEAB88527290}" srcId="{6FADFE89-8ED3-4664-B7C9-4D7CFA573A9D}" destId="{E0C94F8A-B75E-4465-9E6D-F53F4796ED08}" srcOrd="1" destOrd="0" parTransId="{27E1410F-609A-4A84-B9C6-EBBB9DB270A2}" sibTransId="{F15DEDFB-D572-4B62-87CF-FE218CAA5760}"/>
    <dgm:cxn modelId="{4F0FFF83-C531-4545-8497-A230542A01CA}" type="presOf" srcId="{1B1C4F10-C01D-4A0D-A263-F9E0848786E7}" destId="{7CC8EB00-859C-4E67-90ED-C6C47E59672F}" srcOrd="0" destOrd="0" presId="urn:microsoft.com/office/officeart/2005/8/layout/hList1"/>
    <dgm:cxn modelId="{4A0A84B7-B922-4904-AF02-8270FE02BA40}" srcId="{6FADFE89-8ED3-4664-B7C9-4D7CFA573A9D}" destId="{054E819A-FB68-47A7-A311-F6126597A110}" srcOrd="0" destOrd="0" parTransId="{E516910A-95D8-4075-B62B-17FEF8078731}" sibTransId="{F9FBA5E9-75AE-4A16-B89F-B8CA701548F1}"/>
    <dgm:cxn modelId="{150015CF-070B-44BC-8D9A-4360DC8DE0C3}" srcId="{C013B04C-4BC8-4D5D-A5AA-C041D19A1E22}" destId="{A82D58C2-9EF3-4069-AAB8-FA9B0D988298}" srcOrd="3" destOrd="0" parTransId="{E231D7D6-6DDA-4CFE-9048-4DB38857C715}" sibTransId="{CAE9EDA9-22E0-4912-BF6A-A282A55DFA30}"/>
    <dgm:cxn modelId="{BAC120D1-3463-45AC-8B90-DC54FB8748E9}" srcId="{C013B04C-4BC8-4D5D-A5AA-C041D19A1E22}" destId="{1B1C4F10-C01D-4A0D-A263-F9E0848786E7}" srcOrd="1" destOrd="0" parTransId="{47DE48FE-43A1-43BC-8DEC-F0C143E4A79C}" sibTransId="{1DA1D6A5-3272-43C1-9720-133E1D606D78}"/>
    <dgm:cxn modelId="{7F28A7E9-BB1D-4D8F-8BDF-13CFD03D2023}" type="presOf" srcId="{C013B04C-4BC8-4D5D-A5AA-C041D19A1E22}" destId="{58DD8638-68B6-4909-883F-331AA4AC1470}" srcOrd="0" destOrd="0" presId="urn:microsoft.com/office/officeart/2005/8/layout/hList1"/>
    <dgm:cxn modelId="{252485EB-EC78-48F0-B0D5-91E62FFA813A}" type="presOf" srcId="{CEEF68E7-0E84-478A-B850-4BD5FE3341B6}" destId="{7AD26736-B626-4465-9B8F-F4715830224E}" srcOrd="0" destOrd="1" presId="urn:microsoft.com/office/officeart/2005/8/layout/hList1"/>
    <dgm:cxn modelId="{0F4CA6EF-30D7-4EE2-8AF3-7975307EB385}" type="presOf" srcId="{AFD23993-8F98-4477-A1BA-8415A3FF2F14}" destId="{7AD26736-B626-4465-9B8F-F4715830224E}" srcOrd="0" destOrd="0" presId="urn:microsoft.com/office/officeart/2005/8/layout/hList1"/>
    <dgm:cxn modelId="{4A1064F0-C3E3-45A9-89E7-94988468A2A1}" srcId="{C013B04C-4BC8-4D5D-A5AA-C041D19A1E22}" destId="{A071F4C6-A9E9-4DAB-B6FA-624FF6E4939A}" srcOrd="2" destOrd="0" parTransId="{F4550441-9F26-41B3-9F47-13F1CAFB67E7}" sibTransId="{60E8219A-DC02-46FA-BE37-C8AF4BBBC00F}"/>
    <dgm:cxn modelId="{BB0E4AF0-E19E-440B-A9C3-935689C7AA98}" type="presOf" srcId="{608CAF46-C9A2-4AE9-B153-B81221973A3E}" destId="{A68BCCB4-80DD-4E14-847B-54AB456D6621}" srcOrd="0" destOrd="1" presId="urn:microsoft.com/office/officeart/2005/8/layout/hList1"/>
    <dgm:cxn modelId="{2C6D03F8-27DD-451E-B2F7-451891A1D8B1}" type="presOf" srcId="{A071F4C6-A9E9-4DAB-B6FA-624FF6E4939A}" destId="{D3938D7F-DAE2-4F9A-9882-9ABB3B51DF48}" srcOrd="0" destOrd="0" presId="urn:microsoft.com/office/officeart/2005/8/layout/hList1"/>
    <dgm:cxn modelId="{786862C8-5C2D-4736-A074-19D564046AED}" type="presParOf" srcId="{58DD8638-68B6-4909-883F-331AA4AC1470}" destId="{9B09D72A-09F8-4EF1-96AE-BA7127D1A027}" srcOrd="0" destOrd="0" presId="urn:microsoft.com/office/officeart/2005/8/layout/hList1"/>
    <dgm:cxn modelId="{2DA804EA-215E-4185-AC76-9A7E10D54612}" type="presParOf" srcId="{9B09D72A-09F8-4EF1-96AE-BA7127D1A027}" destId="{30FAA725-73C9-4E01-944A-255059AC3091}" srcOrd="0" destOrd="0" presId="urn:microsoft.com/office/officeart/2005/8/layout/hList1"/>
    <dgm:cxn modelId="{AC250D7D-7B23-43B4-8431-CD2E59D15351}" type="presParOf" srcId="{9B09D72A-09F8-4EF1-96AE-BA7127D1A027}" destId="{79417D5F-CD88-4C4A-AEA4-5607EC9A7392}" srcOrd="1" destOrd="0" presId="urn:microsoft.com/office/officeart/2005/8/layout/hList1"/>
    <dgm:cxn modelId="{206F0187-D8A0-4FD7-B826-B5C19F0B076A}" type="presParOf" srcId="{58DD8638-68B6-4909-883F-331AA4AC1470}" destId="{A34BD229-5B95-4A73-A912-3FE157CBC24C}" srcOrd="1" destOrd="0" presId="urn:microsoft.com/office/officeart/2005/8/layout/hList1"/>
    <dgm:cxn modelId="{8763D4CB-1545-4E8A-AB6D-D9CF20B8A45B}" type="presParOf" srcId="{58DD8638-68B6-4909-883F-331AA4AC1470}" destId="{4859E73B-DB72-40BE-9A67-A07892F9801A}" srcOrd="2" destOrd="0" presId="urn:microsoft.com/office/officeart/2005/8/layout/hList1"/>
    <dgm:cxn modelId="{135410E3-0D51-4A99-8832-9981B6ED6117}" type="presParOf" srcId="{4859E73B-DB72-40BE-9A67-A07892F9801A}" destId="{7CC8EB00-859C-4E67-90ED-C6C47E59672F}" srcOrd="0" destOrd="0" presId="urn:microsoft.com/office/officeart/2005/8/layout/hList1"/>
    <dgm:cxn modelId="{69C9CA92-92B7-4F66-A911-BBEC9E2A820E}" type="presParOf" srcId="{4859E73B-DB72-40BE-9A67-A07892F9801A}" destId="{A68BCCB4-80DD-4E14-847B-54AB456D6621}" srcOrd="1" destOrd="0" presId="urn:microsoft.com/office/officeart/2005/8/layout/hList1"/>
    <dgm:cxn modelId="{9B494FE1-1C82-477A-AF46-BDBA58D479DE}" type="presParOf" srcId="{58DD8638-68B6-4909-883F-331AA4AC1470}" destId="{2A481515-246B-4E10-A4FE-025DD3F6572D}" srcOrd="3" destOrd="0" presId="urn:microsoft.com/office/officeart/2005/8/layout/hList1"/>
    <dgm:cxn modelId="{6C58655A-48D4-42BE-926D-B331D5DF18E1}" type="presParOf" srcId="{58DD8638-68B6-4909-883F-331AA4AC1470}" destId="{6A477D47-8B4B-4291-8A4A-BD1ACE2B21E3}" srcOrd="4" destOrd="0" presId="urn:microsoft.com/office/officeart/2005/8/layout/hList1"/>
    <dgm:cxn modelId="{205C6727-FA7A-4ED0-9901-510E14BE6048}" type="presParOf" srcId="{6A477D47-8B4B-4291-8A4A-BD1ACE2B21E3}" destId="{D3938D7F-DAE2-4F9A-9882-9ABB3B51DF48}" srcOrd="0" destOrd="0" presId="urn:microsoft.com/office/officeart/2005/8/layout/hList1"/>
    <dgm:cxn modelId="{7F20B3F6-EB59-42E5-A143-03AA09366571}" type="presParOf" srcId="{6A477D47-8B4B-4291-8A4A-BD1ACE2B21E3}" destId="{7AD26736-B626-4465-9B8F-F4715830224E}" srcOrd="1" destOrd="0" presId="urn:microsoft.com/office/officeart/2005/8/layout/hList1"/>
    <dgm:cxn modelId="{0EB8EE3E-E4DD-4843-B50D-10EA5E357700}" type="presParOf" srcId="{58DD8638-68B6-4909-883F-331AA4AC1470}" destId="{ED99BED8-99BD-4203-B084-E941E9898C5D}" srcOrd="5" destOrd="0" presId="urn:microsoft.com/office/officeart/2005/8/layout/hList1"/>
    <dgm:cxn modelId="{EEDD947B-41EC-4F60-BC87-110161B904E6}" type="presParOf" srcId="{58DD8638-68B6-4909-883F-331AA4AC1470}" destId="{EB4D8040-A649-4C1F-852C-6AE7A0874A81}" srcOrd="6" destOrd="0" presId="urn:microsoft.com/office/officeart/2005/8/layout/hList1"/>
    <dgm:cxn modelId="{CF96402F-6765-4B1B-AC56-9D7CC6A206EC}" type="presParOf" srcId="{EB4D8040-A649-4C1F-852C-6AE7A0874A81}" destId="{1536C1A5-AAB6-46C4-93C8-684156C224D0}" srcOrd="0" destOrd="0" presId="urn:microsoft.com/office/officeart/2005/8/layout/hList1"/>
    <dgm:cxn modelId="{997B107A-AA77-4411-A954-EA52E5593DC3}" type="presParOf" srcId="{EB4D8040-A649-4C1F-852C-6AE7A0874A81}" destId="{0D5BAE87-F531-498C-8C0B-B720DF72837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44547E3-60EA-469B-A20C-631D1BEE2713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3A566A8-849F-493E-97E0-ECED0106212A}">
      <dgm:prSet/>
      <dgm:spPr/>
      <dgm:t>
        <a:bodyPr/>
        <a:lstStyle/>
        <a:p>
          <a:r>
            <a:rPr lang="en-US"/>
            <a:t>Evaluation Reliability:</a:t>
          </a:r>
        </a:p>
      </dgm:t>
    </dgm:pt>
    <dgm:pt modelId="{E72633CC-EC1C-4187-B54A-C9C11B0271F0}" type="parTrans" cxnId="{71923881-8A7B-43DF-9E90-65AE6B9F422F}">
      <dgm:prSet/>
      <dgm:spPr/>
      <dgm:t>
        <a:bodyPr/>
        <a:lstStyle/>
        <a:p>
          <a:endParaRPr lang="en-US"/>
        </a:p>
      </dgm:t>
    </dgm:pt>
    <dgm:pt modelId="{E25DFDA2-E3A1-4DF9-B9A7-47AB73300AAB}" type="sibTrans" cxnId="{71923881-8A7B-43DF-9E90-65AE6B9F422F}">
      <dgm:prSet/>
      <dgm:spPr/>
      <dgm:t>
        <a:bodyPr/>
        <a:lstStyle/>
        <a:p>
          <a:endParaRPr lang="en-US"/>
        </a:p>
      </dgm:t>
    </dgm:pt>
    <dgm:pt modelId="{43BEEAA5-DBBC-4331-A20D-6B22727837C0}">
      <dgm:prSet/>
      <dgm:spPr/>
      <dgm:t>
        <a:bodyPr/>
        <a:lstStyle/>
        <a:p>
          <a:r>
            <a:rPr lang="en-GB"/>
            <a:t>Self rating can be gamed or inconsistent, empathy and specificity are subjective for each model</a:t>
          </a:r>
          <a:endParaRPr lang="en-US"/>
        </a:p>
      </dgm:t>
    </dgm:pt>
    <dgm:pt modelId="{51498BC8-2D33-4939-92EC-3232B7419DD3}" type="parTrans" cxnId="{F79D9B28-1F02-46D3-A0E4-932228CEA4D7}">
      <dgm:prSet/>
      <dgm:spPr/>
      <dgm:t>
        <a:bodyPr/>
        <a:lstStyle/>
        <a:p>
          <a:endParaRPr lang="en-US"/>
        </a:p>
      </dgm:t>
    </dgm:pt>
    <dgm:pt modelId="{8D5C085D-C0B4-4AAB-98DD-4921F876EE2A}" type="sibTrans" cxnId="{F79D9B28-1F02-46D3-A0E4-932228CEA4D7}">
      <dgm:prSet/>
      <dgm:spPr/>
      <dgm:t>
        <a:bodyPr/>
        <a:lstStyle/>
        <a:p>
          <a:endParaRPr lang="en-US"/>
        </a:p>
      </dgm:t>
    </dgm:pt>
    <dgm:pt modelId="{BDFF1FFC-2FBE-4445-978A-4F15F23694E4}">
      <dgm:prSet/>
      <dgm:spPr/>
      <dgm:t>
        <a:bodyPr/>
        <a:lstStyle/>
        <a:p>
          <a:r>
            <a:rPr lang="en-US"/>
            <a:t>Possible solutions: Hybrid rater (rules + small LM + human regular checks)</a:t>
          </a:r>
        </a:p>
      </dgm:t>
    </dgm:pt>
    <dgm:pt modelId="{9F7251DE-03D1-41CA-AE90-399CA1D1B65A}" type="parTrans" cxnId="{EB1A6CE8-B62F-4292-918D-6B4204148607}">
      <dgm:prSet/>
      <dgm:spPr/>
      <dgm:t>
        <a:bodyPr/>
        <a:lstStyle/>
        <a:p>
          <a:endParaRPr lang="en-US"/>
        </a:p>
      </dgm:t>
    </dgm:pt>
    <dgm:pt modelId="{0F972C9E-B8E7-46AD-B172-81CD05D297A3}" type="sibTrans" cxnId="{EB1A6CE8-B62F-4292-918D-6B4204148607}">
      <dgm:prSet/>
      <dgm:spPr/>
      <dgm:t>
        <a:bodyPr/>
        <a:lstStyle/>
        <a:p>
          <a:endParaRPr lang="en-US"/>
        </a:p>
      </dgm:t>
    </dgm:pt>
    <dgm:pt modelId="{443B6947-197A-4A81-904C-2E2CCFB801E8}">
      <dgm:prSet/>
      <dgm:spPr/>
      <dgm:t>
        <a:bodyPr/>
        <a:lstStyle/>
        <a:p>
          <a:r>
            <a:rPr lang="en-GB"/>
            <a:t>Bias and representativeness:</a:t>
          </a:r>
          <a:endParaRPr lang="en-US"/>
        </a:p>
      </dgm:t>
    </dgm:pt>
    <dgm:pt modelId="{F89841CD-D485-47B2-AA08-82F3F4686604}" type="parTrans" cxnId="{45AC5DB8-C474-43B6-B451-26D3056D4130}">
      <dgm:prSet/>
      <dgm:spPr/>
      <dgm:t>
        <a:bodyPr/>
        <a:lstStyle/>
        <a:p>
          <a:endParaRPr lang="en-US"/>
        </a:p>
      </dgm:t>
    </dgm:pt>
    <dgm:pt modelId="{47BF4A5C-F109-4090-8740-3748320591FA}" type="sibTrans" cxnId="{45AC5DB8-C474-43B6-B451-26D3056D4130}">
      <dgm:prSet/>
      <dgm:spPr/>
      <dgm:t>
        <a:bodyPr/>
        <a:lstStyle/>
        <a:p>
          <a:endParaRPr lang="en-US"/>
        </a:p>
      </dgm:t>
    </dgm:pt>
    <dgm:pt modelId="{9C7BCEC6-ED5E-41AA-A75F-E1DB03F385AA}">
      <dgm:prSet/>
      <dgm:spPr/>
      <dgm:t>
        <a:bodyPr/>
        <a:lstStyle/>
        <a:p>
          <a:r>
            <a:rPr lang="en-GB"/>
            <a:t>Stereotyped personas or uneven behaviour across cultures and dialects.</a:t>
          </a:r>
          <a:endParaRPr lang="en-US"/>
        </a:p>
      </dgm:t>
    </dgm:pt>
    <dgm:pt modelId="{7B3F51D0-0E60-4266-AFD7-148413F0FBA0}" type="parTrans" cxnId="{18556EC2-1564-4C27-8AA1-2B2569BDF4C2}">
      <dgm:prSet/>
      <dgm:spPr/>
      <dgm:t>
        <a:bodyPr/>
        <a:lstStyle/>
        <a:p>
          <a:endParaRPr lang="en-US"/>
        </a:p>
      </dgm:t>
    </dgm:pt>
    <dgm:pt modelId="{0CD43264-06E0-4257-9030-C7DE62A751C4}" type="sibTrans" cxnId="{18556EC2-1564-4C27-8AA1-2B2569BDF4C2}">
      <dgm:prSet/>
      <dgm:spPr/>
      <dgm:t>
        <a:bodyPr/>
        <a:lstStyle/>
        <a:p>
          <a:endParaRPr lang="en-US"/>
        </a:p>
      </dgm:t>
    </dgm:pt>
    <dgm:pt modelId="{1EBCA9DB-CEC2-4919-B980-874846A4FFB8}">
      <dgm:prSet/>
      <dgm:spPr/>
      <dgm:t>
        <a:bodyPr/>
        <a:lstStyle/>
        <a:p>
          <a:r>
            <a:rPr lang="en-US"/>
            <a:t>Possible solutions: Diverse scenario sets; bias eval suit, targeted fine tune</a:t>
          </a:r>
        </a:p>
      </dgm:t>
    </dgm:pt>
    <dgm:pt modelId="{C5A08F24-3CBE-4A8F-AC7D-5FD990DC1844}" type="parTrans" cxnId="{96384E86-F4DD-412C-A9C9-A065C63D02B4}">
      <dgm:prSet/>
      <dgm:spPr/>
      <dgm:t>
        <a:bodyPr/>
        <a:lstStyle/>
        <a:p>
          <a:endParaRPr lang="en-US"/>
        </a:p>
      </dgm:t>
    </dgm:pt>
    <dgm:pt modelId="{ABEEA66E-8C24-439F-9174-64BA554AC4C1}" type="sibTrans" cxnId="{96384E86-F4DD-412C-A9C9-A065C63D02B4}">
      <dgm:prSet/>
      <dgm:spPr/>
      <dgm:t>
        <a:bodyPr/>
        <a:lstStyle/>
        <a:p>
          <a:endParaRPr lang="en-US"/>
        </a:p>
      </dgm:t>
    </dgm:pt>
    <dgm:pt modelId="{7ECA32FD-6F6A-46AC-8AE8-A7AFD0C57518}">
      <dgm:prSet/>
      <dgm:spPr/>
      <dgm:t>
        <a:bodyPr/>
        <a:lstStyle/>
        <a:p>
          <a:r>
            <a:rPr lang="en-GB"/>
            <a:t>Context scaling and memory drift: </a:t>
          </a:r>
          <a:endParaRPr lang="en-US"/>
        </a:p>
      </dgm:t>
    </dgm:pt>
    <dgm:pt modelId="{5F845401-CED6-4CF8-B177-D7D0BB51822C}" type="parTrans" cxnId="{B2D41797-0512-4E48-AB98-733046091805}">
      <dgm:prSet/>
      <dgm:spPr/>
      <dgm:t>
        <a:bodyPr/>
        <a:lstStyle/>
        <a:p>
          <a:endParaRPr lang="en-US"/>
        </a:p>
      </dgm:t>
    </dgm:pt>
    <dgm:pt modelId="{7FC5A0D1-DCF6-4098-A62B-11C862806E98}" type="sibTrans" cxnId="{B2D41797-0512-4E48-AB98-733046091805}">
      <dgm:prSet/>
      <dgm:spPr/>
      <dgm:t>
        <a:bodyPr/>
        <a:lstStyle/>
        <a:p>
          <a:endParaRPr lang="en-US"/>
        </a:p>
      </dgm:t>
    </dgm:pt>
    <dgm:pt modelId="{6ED133E8-95A7-423C-A4D8-3A3689206A04}">
      <dgm:prSet/>
      <dgm:spPr/>
      <dgm:t>
        <a:bodyPr/>
        <a:lstStyle/>
        <a:p>
          <a:r>
            <a:rPr lang="en-GB"/>
            <a:t>Long sessions exceed context; summaries may lose their nuance</a:t>
          </a:r>
          <a:endParaRPr lang="en-US"/>
        </a:p>
      </dgm:t>
    </dgm:pt>
    <dgm:pt modelId="{DB8E1883-CDEE-4F20-81EE-B08406C5E868}" type="parTrans" cxnId="{18E8E291-D44B-41FB-B987-960119479C33}">
      <dgm:prSet/>
      <dgm:spPr/>
      <dgm:t>
        <a:bodyPr/>
        <a:lstStyle/>
        <a:p>
          <a:endParaRPr lang="en-US"/>
        </a:p>
      </dgm:t>
    </dgm:pt>
    <dgm:pt modelId="{AF368152-EB57-4BD5-9703-967406D221E0}" type="sibTrans" cxnId="{18E8E291-D44B-41FB-B987-960119479C33}">
      <dgm:prSet/>
      <dgm:spPr/>
      <dgm:t>
        <a:bodyPr/>
        <a:lstStyle/>
        <a:p>
          <a:endParaRPr lang="en-US"/>
        </a:p>
      </dgm:t>
    </dgm:pt>
    <dgm:pt modelId="{A0BEB0FC-AB77-4FAE-9ABF-A8268210AEF3}">
      <dgm:prSet/>
      <dgm:spPr/>
      <dgm:t>
        <a:bodyPr/>
        <a:lstStyle/>
        <a:p>
          <a:r>
            <a:rPr lang="en-US"/>
            <a:t>Possible solutions: structured state + retrieval over notes</a:t>
          </a:r>
        </a:p>
      </dgm:t>
    </dgm:pt>
    <dgm:pt modelId="{40A6AABC-261F-49FA-819F-C0A5C9630F9A}" type="parTrans" cxnId="{90E1DB25-9D89-4DFB-8175-B2D65BC0EE82}">
      <dgm:prSet/>
      <dgm:spPr/>
      <dgm:t>
        <a:bodyPr/>
        <a:lstStyle/>
        <a:p>
          <a:endParaRPr lang="en-US"/>
        </a:p>
      </dgm:t>
    </dgm:pt>
    <dgm:pt modelId="{3A33BFF6-E64B-4496-B308-B930773C7B04}" type="sibTrans" cxnId="{90E1DB25-9D89-4DFB-8175-B2D65BC0EE82}">
      <dgm:prSet/>
      <dgm:spPr/>
      <dgm:t>
        <a:bodyPr/>
        <a:lstStyle/>
        <a:p>
          <a:endParaRPr lang="en-US"/>
        </a:p>
      </dgm:t>
    </dgm:pt>
    <dgm:pt modelId="{1A83765B-6093-48B6-AAC4-4BF2F17D41EB}">
      <dgm:prSet/>
      <dgm:spPr/>
      <dgm:t>
        <a:bodyPr/>
        <a:lstStyle/>
        <a:p>
          <a:r>
            <a:rPr lang="en-GB"/>
            <a:t>Cost and scalability:</a:t>
          </a:r>
          <a:endParaRPr lang="en-US"/>
        </a:p>
      </dgm:t>
    </dgm:pt>
    <dgm:pt modelId="{5D9D7680-8B40-429C-B06D-B4037561FE8A}" type="parTrans" cxnId="{67275321-0D43-4379-9972-FEDA681177A3}">
      <dgm:prSet/>
      <dgm:spPr/>
      <dgm:t>
        <a:bodyPr/>
        <a:lstStyle/>
        <a:p>
          <a:endParaRPr lang="en-US"/>
        </a:p>
      </dgm:t>
    </dgm:pt>
    <dgm:pt modelId="{85B057FE-5896-404E-BCB0-BAEBEE151C24}" type="sibTrans" cxnId="{67275321-0D43-4379-9972-FEDA681177A3}">
      <dgm:prSet/>
      <dgm:spPr/>
      <dgm:t>
        <a:bodyPr/>
        <a:lstStyle/>
        <a:p>
          <a:endParaRPr lang="en-US"/>
        </a:p>
      </dgm:t>
    </dgm:pt>
    <dgm:pt modelId="{7BB69D2C-6AB8-45AF-9F18-EA73EF73338F}">
      <dgm:prSet/>
      <dgm:spPr/>
      <dgm:t>
        <a:bodyPr/>
        <a:lstStyle/>
        <a:p>
          <a:r>
            <a:rPr lang="en-GB"/>
            <a:t>Per session compute cost spike with concurrency</a:t>
          </a:r>
          <a:endParaRPr lang="en-US"/>
        </a:p>
      </dgm:t>
    </dgm:pt>
    <dgm:pt modelId="{696EFB04-7EF1-4BD7-8F88-FF58F10EE202}" type="parTrans" cxnId="{3BEECC3A-E1D9-478A-BA53-44B2BE969599}">
      <dgm:prSet/>
      <dgm:spPr/>
      <dgm:t>
        <a:bodyPr/>
        <a:lstStyle/>
        <a:p>
          <a:endParaRPr lang="en-US"/>
        </a:p>
      </dgm:t>
    </dgm:pt>
    <dgm:pt modelId="{D3780FD4-4F27-4414-A2F5-3C27B75F3DB7}" type="sibTrans" cxnId="{3BEECC3A-E1D9-478A-BA53-44B2BE969599}">
      <dgm:prSet/>
      <dgm:spPr/>
      <dgm:t>
        <a:bodyPr/>
        <a:lstStyle/>
        <a:p>
          <a:endParaRPr lang="en-US"/>
        </a:p>
      </dgm:t>
    </dgm:pt>
    <dgm:pt modelId="{F67BED12-5589-4782-ABD7-37F43DB1431E}">
      <dgm:prSet/>
      <dgm:spPr/>
      <dgm:t>
        <a:bodyPr/>
        <a:lstStyle/>
        <a:p>
          <a:r>
            <a:rPr lang="en-US"/>
            <a:t>Possible solutions: Tiered models, quantization, caching</a:t>
          </a:r>
        </a:p>
      </dgm:t>
    </dgm:pt>
    <dgm:pt modelId="{663FEDC3-4F76-44DB-A5AE-95D9C135274F}" type="parTrans" cxnId="{E614FC48-0102-43AB-8A1B-8A73A6BF9B00}">
      <dgm:prSet/>
      <dgm:spPr/>
      <dgm:t>
        <a:bodyPr/>
        <a:lstStyle/>
        <a:p>
          <a:endParaRPr lang="en-US"/>
        </a:p>
      </dgm:t>
    </dgm:pt>
    <dgm:pt modelId="{1E0D627C-33BE-4898-92B4-B1A957C5E31B}" type="sibTrans" cxnId="{E614FC48-0102-43AB-8A1B-8A73A6BF9B00}">
      <dgm:prSet/>
      <dgm:spPr/>
      <dgm:t>
        <a:bodyPr/>
        <a:lstStyle/>
        <a:p>
          <a:endParaRPr lang="en-US"/>
        </a:p>
      </dgm:t>
    </dgm:pt>
    <dgm:pt modelId="{5E7E6317-278C-459E-90A9-DD77F3630484}" type="pres">
      <dgm:prSet presAssocID="{144547E3-60EA-469B-A20C-631D1BEE2713}" presName="Name0" presStyleCnt="0">
        <dgm:presLayoutVars>
          <dgm:dir/>
          <dgm:animLvl val="lvl"/>
          <dgm:resizeHandles val="exact"/>
        </dgm:presLayoutVars>
      </dgm:prSet>
      <dgm:spPr/>
    </dgm:pt>
    <dgm:pt modelId="{6BFC0DE0-1C4A-438C-BAFE-C390683F8EC5}" type="pres">
      <dgm:prSet presAssocID="{63A566A8-849F-493E-97E0-ECED0106212A}" presName="composite" presStyleCnt="0"/>
      <dgm:spPr/>
    </dgm:pt>
    <dgm:pt modelId="{4A3DF231-278B-4F8C-9455-D92526F1A0CD}" type="pres">
      <dgm:prSet presAssocID="{63A566A8-849F-493E-97E0-ECED0106212A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F56993C3-2832-47AA-8FB6-8529E00FD974}" type="pres">
      <dgm:prSet presAssocID="{63A566A8-849F-493E-97E0-ECED0106212A}" presName="desTx" presStyleLbl="alignAccFollowNode1" presStyleIdx="0" presStyleCnt="4">
        <dgm:presLayoutVars>
          <dgm:bulletEnabled val="1"/>
        </dgm:presLayoutVars>
      </dgm:prSet>
      <dgm:spPr/>
    </dgm:pt>
    <dgm:pt modelId="{91375990-C826-4D64-BA37-2D68EEF2DF87}" type="pres">
      <dgm:prSet presAssocID="{E25DFDA2-E3A1-4DF9-B9A7-47AB73300AAB}" presName="space" presStyleCnt="0"/>
      <dgm:spPr/>
    </dgm:pt>
    <dgm:pt modelId="{29B97334-801E-45BB-B8EA-46A8FCA74E3B}" type="pres">
      <dgm:prSet presAssocID="{443B6947-197A-4A81-904C-2E2CCFB801E8}" presName="composite" presStyleCnt="0"/>
      <dgm:spPr/>
    </dgm:pt>
    <dgm:pt modelId="{1DEA8D46-E9B6-49EA-9C5D-6067FED7B440}" type="pres">
      <dgm:prSet presAssocID="{443B6947-197A-4A81-904C-2E2CCFB801E8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32C5853-1D25-43DD-9571-93BD1B22D904}" type="pres">
      <dgm:prSet presAssocID="{443B6947-197A-4A81-904C-2E2CCFB801E8}" presName="desTx" presStyleLbl="alignAccFollowNode1" presStyleIdx="1" presStyleCnt="4">
        <dgm:presLayoutVars>
          <dgm:bulletEnabled val="1"/>
        </dgm:presLayoutVars>
      </dgm:prSet>
      <dgm:spPr/>
    </dgm:pt>
    <dgm:pt modelId="{7D04EF89-27C0-4261-97D3-7B66323B13A9}" type="pres">
      <dgm:prSet presAssocID="{47BF4A5C-F109-4090-8740-3748320591FA}" presName="space" presStyleCnt="0"/>
      <dgm:spPr/>
    </dgm:pt>
    <dgm:pt modelId="{65E7207C-38AD-4F9B-8912-C4E038FF2651}" type="pres">
      <dgm:prSet presAssocID="{7ECA32FD-6F6A-46AC-8AE8-A7AFD0C57518}" presName="composite" presStyleCnt="0"/>
      <dgm:spPr/>
    </dgm:pt>
    <dgm:pt modelId="{7B0AD1E7-D896-43F6-848E-3859A54E23D1}" type="pres">
      <dgm:prSet presAssocID="{7ECA32FD-6F6A-46AC-8AE8-A7AFD0C57518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D9DBA880-CEE1-4BE2-8996-A45D99FDE7D0}" type="pres">
      <dgm:prSet presAssocID="{7ECA32FD-6F6A-46AC-8AE8-A7AFD0C57518}" presName="desTx" presStyleLbl="alignAccFollowNode1" presStyleIdx="2" presStyleCnt="4">
        <dgm:presLayoutVars>
          <dgm:bulletEnabled val="1"/>
        </dgm:presLayoutVars>
      </dgm:prSet>
      <dgm:spPr/>
    </dgm:pt>
    <dgm:pt modelId="{984DD256-3F31-4896-92BD-D21DBC412C55}" type="pres">
      <dgm:prSet presAssocID="{7FC5A0D1-DCF6-4098-A62B-11C862806E98}" presName="space" presStyleCnt="0"/>
      <dgm:spPr/>
    </dgm:pt>
    <dgm:pt modelId="{81DAF024-B3CF-42A7-A2D4-91CD64CB6C62}" type="pres">
      <dgm:prSet presAssocID="{1A83765B-6093-48B6-AAC4-4BF2F17D41EB}" presName="composite" presStyleCnt="0"/>
      <dgm:spPr/>
    </dgm:pt>
    <dgm:pt modelId="{96A8A480-C285-4AD4-B3B4-BAA663FAE000}" type="pres">
      <dgm:prSet presAssocID="{1A83765B-6093-48B6-AAC4-4BF2F17D41EB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D85314E1-A1F0-4BD4-B439-16868B48A5D2}" type="pres">
      <dgm:prSet presAssocID="{1A83765B-6093-48B6-AAC4-4BF2F17D41EB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E919BD0E-54C5-4BFE-A05D-5B8CAD0359BC}" type="presOf" srcId="{43BEEAA5-DBBC-4331-A20D-6B22727837C0}" destId="{F56993C3-2832-47AA-8FB6-8529E00FD974}" srcOrd="0" destOrd="0" presId="urn:microsoft.com/office/officeart/2005/8/layout/hList1"/>
    <dgm:cxn modelId="{73DD5513-246E-4A94-9446-788458334FED}" type="presOf" srcId="{443B6947-197A-4A81-904C-2E2CCFB801E8}" destId="{1DEA8D46-E9B6-49EA-9C5D-6067FED7B440}" srcOrd="0" destOrd="0" presId="urn:microsoft.com/office/officeart/2005/8/layout/hList1"/>
    <dgm:cxn modelId="{67275321-0D43-4379-9972-FEDA681177A3}" srcId="{144547E3-60EA-469B-A20C-631D1BEE2713}" destId="{1A83765B-6093-48B6-AAC4-4BF2F17D41EB}" srcOrd="3" destOrd="0" parTransId="{5D9D7680-8B40-429C-B06D-B4037561FE8A}" sibTransId="{85B057FE-5896-404E-BCB0-BAEBEE151C24}"/>
    <dgm:cxn modelId="{90E1DB25-9D89-4DFB-8175-B2D65BC0EE82}" srcId="{7ECA32FD-6F6A-46AC-8AE8-A7AFD0C57518}" destId="{A0BEB0FC-AB77-4FAE-9ABF-A8268210AEF3}" srcOrd="1" destOrd="0" parTransId="{40A6AABC-261F-49FA-819F-C0A5C9630F9A}" sibTransId="{3A33BFF6-E64B-4496-B308-B930773C7B04}"/>
    <dgm:cxn modelId="{77BEC127-ADEF-47DF-BE1A-C1E73FC5AB70}" type="presOf" srcId="{144547E3-60EA-469B-A20C-631D1BEE2713}" destId="{5E7E6317-278C-459E-90A9-DD77F3630484}" srcOrd="0" destOrd="0" presId="urn:microsoft.com/office/officeart/2005/8/layout/hList1"/>
    <dgm:cxn modelId="{F79D9B28-1F02-46D3-A0E4-932228CEA4D7}" srcId="{63A566A8-849F-493E-97E0-ECED0106212A}" destId="{43BEEAA5-DBBC-4331-A20D-6B22727837C0}" srcOrd="0" destOrd="0" parTransId="{51498BC8-2D33-4939-92EC-3232B7419DD3}" sibTransId="{8D5C085D-C0B4-4AAB-98DD-4921F876EE2A}"/>
    <dgm:cxn modelId="{3BEECC3A-E1D9-478A-BA53-44B2BE969599}" srcId="{1A83765B-6093-48B6-AAC4-4BF2F17D41EB}" destId="{7BB69D2C-6AB8-45AF-9F18-EA73EF73338F}" srcOrd="0" destOrd="0" parTransId="{696EFB04-7EF1-4BD7-8F88-FF58F10EE202}" sibTransId="{D3780FD4-4F27-4414-A2F5-3C27B75F3DB7}"/>
    <dgm:cxn modelId="{3A968360-7BA5-45D1-96A3-4AFF94F8FFD7}" type="presOf" srcId="{9C7BCEC6-ED5E-41AA-A75F-E1DB03F385AA}" destId="{132C5853-1D25-43DD-9571-93BD1B22D904}" srcOrd="0" destOrd="0" presId="urn:microsoft.com/office/officeart/2005/8/layout/hList1"/>
    <dgm:cxn modelId="{96F3CD62-9093-4E23-AC03-21D88E2D665E}" type="presOf" srcId="{1A83765B-6093-48B6-AAC4-4BF2F17D41EB}" destId="{96A8A480-C285-4AD4-B3B4-BAA663FAE000}" srcOrd="0" destOrd="0" presId="urn:microsoft.com/office/officeart/2005/8/layout/hList1"/>
    <dgm:cxn modelId="{ADD7F168-8664-4360-9CB3-C3FE7A230107}" type="presOf" srcId="{1EBCA9DB-CEC2-4919-B980-874846A4FFB8}" destId="{132C5853-1D25-43DD-9571-93BD1B22D904}" srcOrd="0" destOrd="1" presId="urn:microsoft.com/office/officeart/2005/8/layout/hList1"/>
    <dgm:cxn modelId="{E614FC48-0102-43AB-8A1B-8A73A6BF9B00}" srcId="{1A83765B-6093-48B6-AAC4-4BF2F17D41EB}" destId="{F67BED12-5589-4782-ABD7-37F43DB1431E}" srcOrd="1" destOrd="0" parTransId="{663FEDC3-4F76-44DB-A5AE-95D9C135274F}" sibTransId="{1E0D627C-33BE-4898-92B4-B1A957C5E31B}"/>
    <dgm:cxn modelId="{71923881-8A7B-43DF-9E90-65AE6B9F422F}" srcId="{144547E3-60EA-469B-A20C-631D1BEE2713}" destId="{63A566A8-849F-493E-97E0-ECED0106212A}" srcOrd="0" destOrd="0" parTransId="{E72633CC-EC1C-4187-B54A-C9C11B0271F0}" sibTransId="{E25DFDA2-E3A1-4DF9-B9A7-47AB73300AAB}"/>
    <dgm:cxn modelId="{96384E86-F4DD-412C-A9C9-A065C63D02B4}" srcId="{443B6947-197A-4A81-904C-2E2CCFB801E8}" destId="{1EBCA9DB-CEC2-4919-B980-874846A4FFB8}" srcOrd="1" destOrd="0" parTransId="{C5A08F24-3CBE-4A8F-AC7D-5FD990DC1844}" sibTransId="{ABEEA66E-8C24-439F-9174-64BA554AC4C1}"/>
    <dgm:cxn modelId="{E9DC568C-9956-4BFD-9CEB-1F99B4D6050A}" type="presOf" srcId="{BDFF1FFC-2FBE-4445-978A-4F15F23694E4}" destId="{F56993C3-2832-47AA-8FB6-8529E00FD974}" srcOrd="0" destOrd="1" presId="urn:microsoft.com/office/officeart/2005/8/layout/hList1"/>
    <dgm:cxn modelId="{8483428D-BCB1-4BD5-A3FD-D95762BC5488}" type="presOf" srcId="{63A566A8-849F-493E-97E0-ECED0106212A}" destId="{4A3DF231-278B-4F8C-9455-D92526F1A0CD}" srcOrd="0" destOrd="0" presId="urn:microsoft.com/office/officeart/2005/8/layout/hList1"/>
    <dgm:cxn modelId="{18E8E291-D44B-41FB-B987-960119479C33}" srcId="{7ECA32FD-6F6A-46AC-8AE8-A7AFD0C57518}" destId="{6ED133E8-95A7-423C-A4D8-3A3689206A04}" srcOrd="0" destOrd="0" parTransId="{DB8E1883-CDEE-4F20-81EE-B08406C5E868}" sibTransId="{AF368152-EB57-4BD5-9703-967406D221E0}"/>
    <dgm:cxn modelId="{B2D41797-0512-4E48-AB98-733046091805}" srcId="{144547E3-60EA-469B-A20C-631D1BEE2713}" destId="{7ECA32FD-6F6A-46AC-8AE8-A7AFD0C57518}" srcOrd="2" destOrd="0" parTransId="{5F845401-CED6-4CF8-B177-D7D0BB51822C}" sibTransId="{7FC5A0D1-DCF6-4098-A62B-11C862806E98}"/>
    <dgm:cxn modelId="{D2B5E09C-78F7-4CFB-924E-F14E1F43BE3C}" type="presOf" srcId="{7BB69D2C-6AB8-45AF-9F18-EA73EF73338F}" destId="{D85314E1-A1F0-4BD4-B439-16868B48A5D2}" srcOrd="0" destOrd="0" presId="urn:microsoft.com/office/officeart/2005/8/layout/hList1"/>
    <dgm:cxn modelId="{D9BE23AF-6754-4AF1-9B96-9BADC5F62561}" type="presOf" srcId="{7ECA32FD-6F6A-46AC-8AE8-A7AFD0C57518}" destId="{7B0AD1E7-D896-43F6-848E-3859A54E23D1}" srcOrd="0" destOrd="0" presId="urn:microsoft.com/office/officeart/2005/8/layout/hList1"/>
    <dgm:cxn modelId="{45AC5DB8-C474-43B6-B451-26D3056D4130}" srcId="{144547E3-60EA-469B-A20C-631D1BEE2713}" destId="{443B6947-197A-4A81-904C-2E2CCFB801E8}" srcOrd="1" destOrd="0" parTransId="{F89841CD-D485-47B2-AA08-82F3F4686604}" sibTransId="{47BF4A5C-F109-4090-8740-3748320591FA}"/>
    <dgm:cxn modelId="{00DA69BD-08BE-4E63-90D9-DF43BB60B9B3}" type="presOf" srcId="{F67BED12-5589-4782-ABD7-37F43DB1431E}" destId="{D85314E1-A1F0-4BD4-B439-16868B48A5D2}" srcOrd="0" destOrd="1" presId="urn:microsoft.com/office/officeart/2005/8/layout/hList1"/>
    <dgm:cxn modelId="{18556EC2-1564-4C27-8AA1-2B2569BDF4C2}" srcId="{443B6947-197A-4A81-904C-2E2CCFB801E8}" destId="{9C7BCEC6-ED5E-41AA-A75F-E1DB03F385AA}" srcOrd="0" destOrd="0" parTransId="{7B3F51D0-0E60-4266-AFD7-148413F0FBA0}" sibTransId="{0CD43264-06E0-4257-9030-C7DE62A751C4}"/>
    <dgm:cxn modelId="{EB1A6CE8-B62F-4292-918D-6B4204148607}" srcId="{63A566A8-849F-493E-97E0-ECED0106212A}" destId="{BDFF1FFC-2FBE-4445-978A-4F15F23694E4}" srcOrd="1" destOrd="0" parTransId="{9F7251DE-03D1-41CA-AE90-399CA1D1B65A}" sibTransId="{0F972C9E-B8E7-46AD-B172-81CD05D297A3}"/>
    <dgm:cxn modelId="{1F36EBF8-4E1C-41CC-A7AA-8E16461BD364}" type="presOf" srcId="{A0BEB0FC-AB77-4FAE-9ABF-A8268210AEF3}" destId="{D9DBA880-CEE1-4BE2-8996-A45D99FDE7D0}" srcOrd="0" destOrd="1" presId="urn:microsoft.com/office/officeart/2005/8/layout/hList1"/>
    <dgm:cxn modelId="{3B75EDFC-9D75-4903-B803-C15D72EC8775}" type="presOf" srcId="{6ED133E8-95A7-423C-A4D8-3A3689206A04}" destId="{D9DBA880-CEE1-4BE2-8996-A45D99FDE7D0}" srcOrd="0" destOrd="0" presId="urn:microsoft.com/office/officeart/2005/8/layout/hList1"/>
    <dgm:cxn modelId="{AAD7AC74-3770-4D34-A39E-7AF570CC9A55}" type="presParOf" srcId="{5E7E6317-278C-459E-90A9-DD77F3630484}" destId="{6BFC0DE0-1C4A-438C-BAFE-C390683F8EC5}" srcOrd="0" destOrd="0" presId="urn:microsoft.com/office/officeart/2005/8/layout/hList1"/>
    <dgm:cxn modelId="{D3E308A4-3E1A-46AF-92B7-E0365D097729}" type="presParOf" srcId="{6BFC0DE0-1C4A-438C-BAFE-C390683F8EC5}" destId="{4A3DF231-278B-4F8C-9455-D92526F1A0CD}" srcOrd="0" destOrd="0" presId="urn:microsoft.com/office/officeart/2005/8/layout/hList1"/>
    <dgm:cxn modelId="{5B20C6D6-B28A-439E-B784-CA4B99E3872C}" type="presParOf" srcId="{6BFC0DE0-1C4A-438C-BAFE-C390683F8EC5}" destId="{F56993C3-2832-47AA-8FB6-8529E00FD974}" srcOrd="1" destOrd="0" presId="urn:microsoft.com/office/officeart/2005/8/layout/hList1"/>
    <dgm:cxn modelId="{5EA8A425-2EDF-4CE2-B127-63FC2C1760F2}" type="presParOf" srcId="{5E7E6317-278C-459E-90A9-DD77F3630484}" destId="{91375990-C826-4D64-BA37-2D68EEF2DF87}" srcOrd="1" destOrd="0" presId="urn:microsoft.com/office/officeart/2005/8/layout/hList1"/>
    <dgm:cxn modelId="{C0192CE1-0DA6-4EBE-B8DD-8CF485227A91}" type="presParOf" srcId="{5E7E6317-278C-459E-90A9-DD77F3630484}" destId="{29B97334-801E-45BB-B8EA-46A8FCA74E3B}" srcOrd="2" destOrd="0" presId="urn:microsoft.com/office/officeart/2005/8/layout/hList1"/>
    <dgm:cxn modelId="{EC1ED960-6D10-4533-A6EA-625980D4DD72}" type="presParOf" srcId="{29B97334-801E-45BB-B8EA-46A8FCA74E3B}" destId="{1DEA8D46-E9B6-49EA-9C5D-6067FED7B440}" srcOrd="0" destOrd="0" presId="urn:microsoft.com/office/officeart/2005/8/layout/hList1"/>
    <dgm:cxn modelId="{2CFE9DB6-970D-4BA5-80BB-E97C9BCBBD2A}" type="presParOf" srcId="{29B97334-801E-45BB-B8EA-46A8FCA74E3B}" destId="{132C5853-1D25-43DD-9571-93BD1B22D904}" srcOrd="1" destOrd="0" presId="urn:microsoft.com/office/officeart/2005/8/layout/hList1"/>
    <dgm:cxn modelId="{8D04E405-9603-4379-ACB4-372E7FD55F7E}" type="presParOf" srcId="{5E7E6317-278C-459E-90A9-DD77F3630484}" destId="{7D04EF89-27C0-4261-97D3-7B66323B13A9}" srcOrd="3" destOrd="0" presId="urn:microsoft.com/office/officeart/2005/8/layout/hList1"/>
    <dgm:cxn modelId="{CCDBE5A9-E9B3-4D85-B090-B05E1F4BD5DB}" type="presParOf" srcId="{5E7E6317-278C-459E-90A9-DD77F3630484}" destId="{65E7207C-38AD-4F9B-8912-C4E038FF2651}" srcOrd="4" destOrd="0" presId="urn:microsoft.com/office/officeart/2005/8/layout/hList1"/>
    <dgm:cxn modelId="{E091D377-339D-4381-8B60-AA60E1FD21E5}" type="presParOf" srcId="{65E7207C-38AD-4F9B-8912-C4E038FF2651}" destId="{7B0AD1E7-D896-43F6-848E-3859A54E23D1}" srcOrd="0" destOrd="0" presId="urn:microsoft.com/office/officeart/2005/8/layout/hList1"/>
    <dgm:cxn modelId="{4498E5B6-2F2A-4997-995F-B4A2B39B9A2B}" type="presParOf" srcId="{65E7207C-38AD-4F9B-8912-C4E038FF2651}" destId="{D9DBA880-CEE1-4BE2-8996-A45D99FDE7D0}" srcOrd="1" destOrd="0" presId="urn:microsoft.com/office/officeart/2005/8/layout/hList1"/>
    <dgm:cxn modelId="{0353FC39-BE26-4E28-A2B2-5F0336B002E7}" type="presParOf" srcId="{5E7E6317-278C-459E-90A9-DD77F3630484}" destId="{984DD256-3F31-4896-92BD-D21DBC412C55}" srcOrd="5" destOrd="0" presId="urn:microsoft.com/office/officeart/2005/8/layout/hList1"/>
    <dgm:cxn modelId="{C9DED61B-D16E-418D-86BD-15D635C0D780}" type="presParOf" srcId="{5E7E6317-278C-459E-90A9-DD77F3630484}" destId="{81DAF024-B3CF-42A7-A2D4-91CD64CB6C62}" srcOrd="6" destOrd="0" presId="urn:microsoft.com/office/officeart/2005/8/layout/hList1"/>
    <dgm:cxn modelId="{90129908-5045-4FB1-A4A6-ADA31CE1B4F2}" type="presParOf" srcId="{81DAF024-B3CF-42A7-A2D4-91CD64CB6C62}" destId="{96A8A480-C285-4AD4-B3B4-BAA663FAE000}" srcOrd="0" destOrd="0" presId="urn:microsoft.com/office/officeart/2005/8/layout/hList1"/>
    <dgm:cxn modelId="{6E22748F-D3D3-4192-9BF8-21B77F5BF109}" type="presParOf" srcId="{81DAF024-B3CF-42A7-A2D4-91CD64CB6C62}" destId="{D85314E1-A1F0-4BD4-B439-16868B48A5D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8AC76-F0A7-4635-B752-F5FFA533D165}">
      <dsp:nvSpPr>
        <dsp:cNvPr id="0" name=""/>
        <dsp:cNvSpPr/>
      </dsp:nvSpPr>
      <dsp:spPr>
        <a:xfrm>
          <a:off x="1953914" y="118880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AB9FB9-4409-4CB6-98BE-E09138EB1A7A}">
      <dsp:nvSpPr>
        <dsp:cNvPr id="0" name=""/>
        <dsp:cNvSpPr/>
      </dsp:nvSpPr>
      <dsp:spPr>
        <a:xfrm>
          <a:off x="765914" y="2656424"/>
          <a:ext cx="4320000" cy="141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development of CAISA – an AI powered training platform to support mental health practitioners through realistic, voice-based simulated therapy sessions.</a:t>
          </a:r>
        </a:p>
      </dsp:txBody>
      <dsp:txXfrm>
        <a:off x="765914" y="2656424"/>
        <a:ext cx="4320000" cy="1417500"/>
      </dsp:txXfrm>
    </dsp:sp>
    <dsp:sp modelId="{84BAC800-96D7-40E0-8FA2-3E389C729433}">
      <dsp:nvSpPr>
        <dsp:cNvPr id="0" name=""/>
        <dsp:cNvSpPr/>
      </dsp:nvSpPr>
      <dsp:spPr>
        <a:xfrm>
          <a:off x="7029914" y="118880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220C07-6B33-429A-B214-346692C0C3A7}">
      <dsp:nvSpPr>
        <dsp:cNvPr id="0" name=""/>
        <dsp:cNvSpPr/>
      </dsp:nvSpPr>
      <dsp:spPr>
        <a:xfrm>
          <a:off x="5841914" y="2656424"/>
          <a:ext cx="4320000" cy="141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goal of CAISA is provide hands-on practice through realistic voice-driven role-play, not clinical care.</a:t>
          </a:r>
        </a:p>
      </dsp:txBody>
      <dsp:txXfrm>
        <a:off x="5841914" y="2656424"/>
        <a:ext cx="4320000" cy="1417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DC7F3A-CD6D-4CAA-97AC-16AE245522DC}">
      <dsp:nvSpPr>
        <dsp:cNvPr id="0" name=""/>
        <dsp:cNvSpPr/>
      </dsp:nvSpPr>
      <dsp:spPr>
        <a:xfrm>
          <a:off x="684914" y="521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6717C4-5F84-4EEF-BB36-15946187408E}">
      <dsp:nvSpPr>
        <dsp:cNvPr id="0" name=""/>
        <dsp:cNvSpPr/>
      </dsp:nvSpPr>
      <dsp:spPr>
        <a:xfrm>
          <a:off x="918914" y="755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B7586A-FC7E-403F-96AC-D71EFA0E038F}">
      <dsp:nvSpPr>
        <dsp:cNvPr id="0" name=""/>
        <dsp:cNvSpPr/>
      </dsp:nvSpPr>
      <dsp:spPr>
        <a:xfrm>
          <a:off x="333914" y="1961402"/>
          <a:ext cx="1800000" cy="17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Realistic practice: a natural client voice &amp; affect; short turn talking.</a:t>
          </a:r>
        </a:p>
      </dsp:txBody>
      <dsp:txXfrm>
        <a:off x="333914" y="1961402"/>
        <a:ext cx="1800000" cy="1710000"/>
      </dsp:txXfrm>
    </dsp:sp>
    <dsp:sp modelId="{B15E2C66-477B-4E82-950C-D7FA5FD828FC}">
      <dsp:nvSpPr>
        <dsp:cNvPr id="0" name=""/>
        <dsp:cNvSpPr/>
      </dsp:nvSpPr>
      <dsp:spPr>
        <a:xfrm>
          <a:off x="2799914" y="521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3F31F0-A287-4271-8719-CB2FD72CE654}">
      <dsp:nvSpPr>
        <dsp:cNvPr id="0" name=""/>
        <dsp:cNvSpPr/>
      </dsp:nvSpPr>
      <dsp:spPr>
        <a:xfrm>
          <a:off x="3033914" y="755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B96584-F7B8-4E89-876F-95C9177C24AB}">
      <dsp:nvSpPr>
        <dsp:cNvPr id="0" name=""/>
        <dsp:cNvSpPr/>
      </dsp:nvSpPr>
      <dsp:spPr>
        <a:xfrm>
          <a:off x="2448914" y="1961402"/>
          <a:ext cx="1800000" cy="17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Safety: No clinical advice from AI; crisis reduction</a:t>
          </a:r>
        </a:p>
      </dsp:txBody>
      <dsp:txXfrm>
        <a:off x="2448914" y="1961402"/>
        <a:ext cx="1800000" cy="1710000"/>
      </dsp:txXfrm>
    </dsp:sp>
    <dsp:sp modelId="{62CEDAC9-0561-4091-8F7A-622A333EF71C}">
      <dsp:nvSpPr>
        <dsp:cNvPr id="0" name=""/>
        <dsp:cNvSpPr/>
      </dsp:nvSpPr>
      <dsp:spPr>
        <a:xfrm>
          <a:off x="4914914" y="521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BFBAA7-273B-4118-BAE1-D3ED8B67B10A}">
      <dsp:nvSpPr>
        <dsp:cNvPr id="0" name=""/>
        <dsp:cNvSpPr/>
      </dsp:nvSpPr>
      <dsp:spPr>
        <a:xfrm>
          <a:off x="5148914" y="755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FAD86E-6A9E-45CD-9DD2-D9BA516008BC}">
      <dsp:nvSpPr>
        <dsp:cNvPr id="0" name=""/>
        <dsp:cNvSpPr/>
      </dsp:nvSpPr>
      <dsp:spPr>
        <a:xfrm>
          <a:off x="4563914" y="1961402"/>
          <a:ext cx="1800000" cy="17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Privacy: no PHI retention by default</a:t>
          </a:r>
        </a:p>
      </dsp:txBody>
      <dsp:txXfrm>
        <a:off x="4563914" y="1961402"/>
        <a:ext cx="1800000" cy="1710000"/>
      </dsp:txXfrm>
    </dsp:sp>
    <dsp:sp modelId="{B7A775D7-8123-4B39-9D25-EB5D69BED5F4}">
      <dsp:nvSpPr>
        <dsp:cNvPr id="0" name=""/>
        <dsp:cNvSpPr/>
      </dsp:nvSpPr>
      <dsp:spPr>
        <a:xfrm>
          <a:off x="7029914" y="521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1C1FE8-4830-4E57-A330-242DDEA787E5}">
      <dsp:nvSpPr>
        <dsp:cNvPr id="0" name=""/>
        <dsp:cNvSpPr/>
      </dsp:nvSpPr>
      <dsp:spPr>
        <a:xfrm>
          <a:off x="7263914" y="755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5C015A-B237-41FB-81B5-ABC9A8E422A9}">
      <dsp:nvSpPr>
        <dsp:cNvPr id="0" name=""/>
        <dsp:cNvSpPr/>
      </dsp:nvSpPr>
      <dsp:spPr>
        <a:xfrm>
          <a:off x="6678914" y="1961402"/>
          <a:ext cx="1800000" cy="17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Feedback: quick signals on empathy, specificity, risk</a:t>
          </a:r>
        </a:p>
      </dsp:txBody>
      <dsp:txXfrm>
        <a:off x="6678914" y="1961402"/>
        <a:ext cx="1800000" cy="1710000"/>
      </dsp:txXfrm>
    </dsp:sp>
    <dsp:sp modelId="{702104AC-BDB2-4DBD-8231-562559379CF8}">
      <dsp:nvSpPr>
        <dsp:cNvPr id="0" name=""/>
        <dsp:cNvSpPr/>
      </dsp:nvSpPr>
      <dsp:spPr>
        <a:xfrm>
          <a:off x="9144914" y="521402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FDC25C-0190-49D7-A2D1-2B7362576524}">
      <dsp:nvSpPr>
        <dsp:cNvPr id="0" name=""/>
        <dsp:cNvSpPr/>
      </dsp:nvSpPr>
      <dsp:spPr>
        <a:xfrm>
          <a:off x="9378914" y="755402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424896-A2E1-41F7-8309-CD4C6C54A90C}">
      <dsp:nvSpPr>
        <dsp:cNvPr id="0" name=""/>
        <dsp:cNvSpPr/>
      </dsp:nvSpPr>
      <dsp:spPr>
        <a:xfrm>
          <a:off x="8793914" y="1961402"/>
          <a:ext cx="1800000" cy="17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Low friction: click </a:t>
          </a:r>
          <a:r>
            <a:rPr lang="en-US" sz="2000" kern="1200">
              <a:sym typeface="Wingdings" panose="05000000000000000000" pitchFamily="2" charset="2"/>
            </a:rPr>
            <a:t></a:t>
          </a:r>
          <a:r>
            <a:rPr lang="en-US" sz="2000" kern="1200"/>
            <a:t> speak </a:t>
          </a:r>
          <a:r>
            <a:rPr lang="en-US" sz="2000" kern="1200">
              <a:sym typeface="Wingdings" panose="05000000000000000000" pitchFamily="2" charset="2"/>
            </a:rPr>
            <a:t></a:t>
          </a:r>
          <a:r>
            <a:rPr lang="en-US" sz="2000" kern="1200"/>
            <a:t> hear reply</a:t>
          </a:r>
        </a:p>
      </dsp:txBody>
      <dsp:txXfrm>
        <a:off x="8793914" y="1961402"/>
        <a:ext cx="1800000" cy="171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5A8670-EFD4-48A9-B1BF-FC217F33DD7A}">
      <dsp:nvSpPr>
        <dsp:cNvPr id="0" name=""/>
        <dsp:cNvSpPr/>
      </dsp:nvSpPr>
      <dsp:spPr>
        <a:xfrm>
          <a:off x="733" y="1297691"/>
          <a:ext cx="3194842" cy="159742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Persona bound system prompt that plays the role of the client only</a:t>
          </a:r>
        </a:p>
      </dsp:txBody>
      <dsp:txXfrm>
        <a:off x="733" y="1297691"/>
        <a:ext cx="3194842" cy="1597421"/>
      </dsp:txXfrm>
    </dsp:sp>
    <dsp:sp modelId="{6896F13B-B436-4FC8-84EA-033DE45257DE}">
      <dsp:nvSpPr>
        <dsp:cNvPr id="0" name=""/>
        <dsp:cNvSpPr/>
      </dsp:nvSpPr>
      <dsp:spPr>
        <a:xfrm>
          <a:off x="3866493" y="1297691"/>
          <a:ext cx="3194842" cy="159742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Short rolling memory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 (6-10 turns)</a:t>
          </a:r>
        </a:p>
      </dsp:txBody>
      <dsp:txXfrm>
        <a:off x="3866493" y="1297691"/>
        <a:ext cx="3194842" cy="1597421"/>
      </dsp:txXfrm>
    </dsp:sp>
    <dsp:sp modelId="{EBC75CDE-18A8-4560-9FE9-F2B0D272E02E}">
      <dsp:nvSpPr>
        <dsp:cNvPr id="0" name=""/>
        <dsp:cNvSpPr/>
      </dsp:nvSpPr>
      <dsp:spPr>
        <a:xfrm>
          <a:off x="7732252" y="1297691"/>
          <a:ext cx="3194842" cy="159742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Post reply metrics: empathy/specificity/risk</a:t>
          </a:r>
        </a:p>
      </dsp:txBody>
      <dsp:txXfrm>
        <a:off x="7732252" y="1297691"/>
        <a:ext cx="3194842" cy="15974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43D8E1-863A-4F31-BE7E-E8E5E17F0DCC}">
      <dsp:nvSpPr>
        <dsp:cNvPr id="0" name=""/>
        <dsp:cNvSpPr/>
      </dsp:nvSpPr>
      <dsp:spPr>
        <a:xfrm>
          <a:off x="2000" y="551091"/>
          <a:ext cx="2299753" cy="1149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Speech input and transcription</a:t>
          </a:r>
          <a:r>
            <a:rPr lang="en-GB" sz="2400" kern="1200"/>
            <a:t>:</a:t>
          </a:r>
          <a:endParaRPr lang="en-US" sz="2400" kern="1200"/>
        </a:p>
      </dsp:txBody>
      <dsp:txXfrm>
        <a:off x="35679" y="584770"/>
        <a:ext cx="2232395" cy="1082518"/>
      </dsp:txXfrm>
    </dsp:sp>
    <dsp:sp modelId="{A8BD92C3-BA6A-41F6-A9D9-76B1F6DC778B}">
      <dsp:nvSpPr>
        <dsp:cNvPr id="0" name=""/>
        <dsp:cNvSpPr/>
      </dsp:nvSpPr>
      <dsp:spPr>
        <a:xfrm>
          <a:off x="231976" y="1700967"/>
          <a:ext cx="229975" cy="86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407"/>
              </a:lnTo>
              <a:lnTo>
                <a:pt x="229975" y="8624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AF117F-AC5B-413F-A845-F5E813BE244C}">
      <dsp:nvSpPr>
        <dsp:cNvPr id="0" name=""/>
        <dsp:cNvSpPr/>
      </dsp:nvSpPr>
      <dsp:spPr>
        <a:xfrm>
          <a:off x="461951" y="1988437"/>
          <a:ext cx="1839802" cy="1149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Using whisper (OpenAI model) to turn therapist voice input to text for LLM.</a:t>
          </a:r>
          <a:endParaRPr lang="en-US" sz="1200" kern="1200"/>
        </a:p>
      </dsp:txBody>
      <dsp:txXfrm>
        <a:off x="495630" y="2022116"/>
        <a:ext cx="1772444" cy="1082518"/>
      </dsp:txXfrm>
    </dsp:sp>
    <dsp:sp modelId="{544C03F0-03E8-422F-A209-4960011A5E52}">
      <dsp:nvSpPr>
        <dsp:cNvPr id="0" name=""/>
        <dsp:cNvSpPr/>
      </dsp:nvSpPr>
      <dsp:spPr>
        <a:xfrm>
          <a:off x="2876692" y="551091"/>
          <a:ext cx="2299753" cy="1149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FastAPI:</a:t>
          </a:r>
          <a:endParaRPr lang="en-US" sz="2400" kern="1200"/>
        </a:p>
      </dsp:txBody>
      <dsp:txXfrm>
        <a:off x="2910371" y="584770"/>
        <a:ext cx="2232395" cy="1082518"/>
      </dsp:txXfrm>
    </dsp:sp>
    <dsp:sp modelId="{4F4EEF87-5912-4258-AD79-737CA9DCA2C8}">
      <dsp:nvSpPr>
        <dsp:cNvPr id="0" name=""/>
        <dsp:cNvSpPr/>
      </dsp:nvSpPr>
      <dsp:spPr>
        <a:xfrm>
          <a:off x="3106667" y="1700967"/>
          <a:ext cx="229975" cy="86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407"/>
              </a:lnTo>
              <a:lnTo>
                <a:pt x="229975" y="8624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A5C3AF-D197-4E80-B070-1E293989F985}">
      <dsp:nvSpPr>
        <dsp:cNvPr id="0" name=""/>
        <dsp:cNvSpPr/>
      </dsp:nvSpPr>
      <dsp:spPr>
        <a:xfrm>
          <a:off x="3336642" y="1988437"/>
          <a:ext cx="1839802" cy="1149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Multi-user concurrency, streaming input directly to model.</a:t>
          </a:r>
          <a:endParaRPr lang="en-US" sz="1200" kern="1200"/>
        </a:p>
      </dsp:txBody>
      <dsp:txXfrm>
        <a:off x="3370321" y="2022116"/>
        <a:ext cx="1772444" cy="1082518"/>
      </dsp:txXfrm>
    </dsp:sp>
    <dsp:sp modelId="{FCCF6AC0-2523-419A-B530-92D0B09F9658}">
      <dsp:nvSpPr>
        <dsp:cNvPr id="0" name=""/>
        <dsp:cNvSpPr/>
      </dsp:nvSpPr>
      <dsp:spPr>
        <a:xfrm>
          <a:off x="5751383" y="551091"/>
          <a:ext cx="2299753" cy="1149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Data warehouse:</a:t>
          </a:r>
          <a:endParaRPr lang="en-US" sz="2400" kern="1200"/>
        </a:p>
      </dsp:txBody>
      <dsp:txXfrm>
        <a:off x="5785062" y="584770"/>
        <a:ext cx="2232395" cy="1082518"/>
      </dsp:txXfrm>
    </dsp:sp>
    <dsp:sp modelId="{9277B32E-8CB8-4473-83D5-42C89960EA51}">
      <dsp:nvSpPr>
        <dsp:cNvPr id="0" name=""/>
        <dsp:cNvSpPr/>
      </dsp:nvSpPr>
      <dsp:spPr>
        <a:xfrm>
          <a:off x="5981358" y="1700967"/>
          <a:ext cx="229975" cy="86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407"/>
              </a:lnTo>
              <a:lnTo>
                <a:pt x="229975" y="8624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D2492D-1033-43C1-8B5B-FD65F7B3207D}">
      <dsp:nvSpPr>
        <dsp:cNvPr id="0" name=""/>
        <dsp:cNvSpPr/>
      </dsp:nvSpPr>
      <dsp:spPr>
        <a:xfrm>
          <a:off x="6211334" y="1988437"/>
          <a:ext cx="1839802" cy="1149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Store therapist client chats and responses (databricks lakehouse, Postgres)</a:t>
          </a:r>
          <a:endParaRPr lang="en-US" sz="1200" kern="1200"/>
        </a:p>
      </dsp:txBody>
      <dsp:txXfrm>
        <a:off x="6245013" y="2022116"/>
        <a:ext cx="1772444" cy="1082518"/>
      </dsp:txXfrm>
    </dsp:sp>
    <dsp:sp modelId="{08C7611F-81C7-45AF-AFCD-5A159DBC2894}">
      <dsp:nvSpPr>
        <dsp:cNvPr id="0" name=""/>
        <dsp:cNvSpPr/>
      </dsp:nvSpPr>
      <dsp:spPr>
        <a:xfrm>
          <a:off x="8626074" y="551091"/>
          <a:ext cx="2299753" cy="11498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LangChain (LLM):</a:t>
          </a:r>
          <a:endParaRPr lang="en-US" sz="2400" kern="1200"/>
        </a:p>
      </dsp:txBody>
      <dsp:txXfrm>
        <a:off x="8659753" y="584770"/>
        <a:ext cx="2232395" cy="1082518"/>
      </dsp:txXfrm>
    </dsp:sp>
    <dsp:sp modelId="{8D4AC812-7F70-4527-8CA9-9C32BCAC9899}">
      <dsp:nvSpPr>
        <dsp:cNvPr id="0" name=""/>
        <dsp:cNvSpPr/>
      </dsp:nvSpPr>
      <dsp:spPr>
        <a:xfrm>
          <a:off x="8856050" y="1700967"/>
          <a:ext cx="229975" cy="862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407"/>
              </a:lnTo>
              <a:lnTo>
                <a:pt x="229975" y="86240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035240-9DD9-4070-987E-18BFF2A2A81C}">
      <dsp:nvSpPr>
        <dsp:cNvPr id="0" name=""/>
        <dsp:cNvSpPr/>
      </dsp:nvSpPr>
      <dsp:spPr>
        <a:xfrm>
          <a:off x="9086025" y="1988437"/>
          <a:ext cx="1839802" cy="11498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RAG based centrepiece of the whole software. Takes in data from therapist, gives output as client (GPT-4, Deepseek).</a:t>
          </a:r>
          <a:endParaRPr lang="en-US" sz="1200" kern="1200"/>
        </a:p>
      </dsp:txBody>
      <dsp:txXfrm>
        <a:off x="9119704" y="2022116"/>
        <a:ext cx="1772444" cy="10825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FAA725-73C9-4E01-944A-255059AC3091}">
      <dsp:nvSpPr>
        <dsp:cNvPr id="0" name=""/>
        <dsp:cNvSpPr/>
      </dsp:nvSpPr>
      <dsp:spPr>
        <a:xfrm>
          <a:off x="4108" y="139275"/>
          <a:ext cx="2470500" cy="6987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ASR robustness:</a:t>
          </a:r>
        </a:p>
      </dsp:txBody>
      <dsp:txXfrm>
        <a:off x="4108" y="139275"/>
        <a:ext cx="2470500" cy="698793"/>
      </dsp:txXfrm>
    </dsp:sp>
    <dsp:sp modelId="{79417D5F-CD88-4C4A-AEA4-5607EC9A7392}">
      <dsp:nvSpPr>
        <dsp:cNvPr id="0" name=""/>
        <dsp:cNvSpPr/>
      </dsp:nvSpPr>
      <dsp:spPr>
        <a:xfrm>
          <a:off x="4108" y="838069"/>
          <a:ext cx="2470500" cy="271205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Accents, cross talk, mic quality, background noise, code-switching, clinical jargons.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Possible solutions: VAD/denoise, fallback ASR, allow quick text override</a:t>
          </a:r>
        </a:p>
      </dsp:txBody>
      <dsp:txXfrm>
        <a:off x="4108" y="838069"/>
        <a:ext cx="2470500" cy="2712059"/>
      </dsp:txXfrm>
    </dsp:sp>
    <dsp:sp modelId="{7CC8EB00-859C-4E67-90ED-C6C47E59672F}">
      <dsp:nvSpPr>
        <dsp:cNvPr id="0" name=""/>
        <dsp:cNvSpPr/>
      </dsp:nvSpPr>
      <dsp:spPr>
        <a:xfrm>
          <a:off x="2820479" y="139275"/>
          <a:ext cx="2470500" cy="698793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Streaming latency:</a:t>
          </a:r>
        </a:p>
      </dsp:txBody>
      <dsp:txXfrm>
        <a:off x="2820479" y="139275"/>
        <a:ext cx="2470500" cy="698793"/>
      </dsp:txXfrm>
    </dsp:sp>
    <dsp:sp modelId="{A68BCCB4-80DD-4E14-847B-54AB456D6621}">
      <dsp:nvSpPr>
        <dsp:cNvPr id="0" name=""/>
        <dsp:cNvSpPr/>
      </dsp:nvSpPr>
      <dsp:spPr>
        <a:xfrm>
          <a:off x="2820479" y="838069"/>
          <a:ext cx="2470500" cy="2712059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Live turns need 300-800ms delay, LLM context windows add lag.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Possible solutions: Streaming ASR/TTS + small fast LLM path</a:t>
          </a:r>
        </a:p>
      </dsp:txBody>
      <dsp:txXfrm>
        <a:off x="2820479" y="838069"/>
        <a:ext cx="2470500" cy="2712059"/>
      </dsp:txXfrm>
    </dsp:sp>
    <dsp:sp modelId="{D3938D7F-DAE2-4F9A-9882-9ABB3B51DF48}">
      <dsp:nvSpPr>
        <dsp:cNvPr id="0" name=""/>
        <dsp:cNvSpPr/>
      </dsp:nvSpPr>
      <dsp:spPr>
        <a:xfrm>
          <a:off x="5636849" y="139275"/>
          <a:ext cx="2470500" cy="698793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Hallucinations and Safety drift:</a:t>
          </a:r>
          <a:endParaRPr lang="en-US" sz="1900" kern="1200"/>
        </a:p>
      </dsp:txBody>
      <dsp:txXfrm>
        <a:off x="5636849" y="139275"/>
        <a:ext cx="2470500" cy="698793"/>
      </dsp:txXfrm>
    </dsp:sp>
    <dsp:sp modelId="{7AD26736-B626-4465-9B8F-F4715830224E}">
      <dsp:nvSpPr>
        <dsp:cNvPr id="0" name=""/>
        <dsp:cNvSpPr/>
      </dsp:nvSpPr>
      <dsp:spPr>
        <a:xfrm>
          <a:off x="5636849" y="838069"/>
          <a:ext cx="2470500" cy="2712059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LLM may invent facts, give advice beyond a client role, wander into unsafe territory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Possible solutions: Hard system rules, post-gen filter, crisis templates</a:t>
          </a:r>
        </a:p>
      </dsp:txBody>
      <dsp:txXfrm>
        <a:off x="5636849" y="838069"/>
        <a:ext cx="2470500" cy="2712059"/>
      </dsp:txXfrm>
    </dsp:sp>
    <dsp:sp modelId="{1536C1A5-AAB6-46C4-93C8-684156C224D0}">
      <dsp:nvSpPr>
        <dsp:cNvPr id="0" name=""/>
        <dsp:cNvSpPr/>
      </dsp:nvSpPr>
      <dsp:spPr>
        <a:xfrm>
          <a:off x="8453219" y="139275"/>
          <a:ext cx="2470500" cy="698793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Privacy and compliance:</a:t>
          </a:r>
          <a:endParaRPr lang="en-US" sz="1900" kern="1200"/>
        </a:p>
      </dsp:txBody>
      <dsp:txXfrm>
        <a:off x="8453219" y="139275"/>
        <a:ext cx="2470500" cy="698793"/>
      </dsp:txXfrm>
    </dsp:sp>
    <dsp:sp modelId="{0D5BAE87-F531-498C-8C0B-B720DF72837D}">
      <dsp:nvSpPr>
        <dsp:cNvPr id="0" name=""/>
        <dsp:cNvSpPr/>
      </dsp:nvSpPr>
      <dsp:spPr>
        <a:xfrm>
          <a:off x="8453219" y="838069"/>
          <a:ext cx="2470500" cy="2712059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Voice + text can be identifying: logs, backups.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Possible solutions: Encryption, on device/in- region recording, short retention</a:t>
          </a:r>
        </a:p>
      </dsp:txBody>
      <dsp:txXfrm>
        <a:off x="8453219" y="838069"/>
        <a:ext cx="2470500" cy="27120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DF231-278B-4F8C-9455-D92526F1A0CD}">
      <dsp:nvSpPr>
        <dsp:cNvPr id="0" name=""/>
        <dsp:cNvSpPr/>
      </dsp:nvSpPr>
      <dsp:spPr>
        <a:xfrm>
          <a:off x="4108" y="207624"/>
          <a:ext cx="2470500" cy="6142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Evaluation Reliability:</a:t>
          </a:r>
        </a:p>
      </dsp:txBody>
      <dsp:txXfrm>
        <a:off x="4108" y="207624"/>
        <a:ext cx="2470500" cy="614250"/>
      </dsp:txXfrm>
    </dsp:sp>
    <dsp:sp modelId="{F56993C3-2832-47AA-8FB6-8529E00FD974}">
      <dsp:nvSpPr>
        <dsp:cNvPr id="0" name=""/>
        <dsp:cNvSpPr/>
      </dsp:nvSpPr>
      <dsp:spPr>
        <a:xfrm>
          <a:off x="4108" y="821875"/>
          <a:ext cx="2470500" cy="26599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Self rating can be gamed or inconsistent, empathy and specificity are subjective for each model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Possible solutions: Hybrid rater (rules + small LM + human regular checks)</a:t>
          </a:r>
        </a:p>
      </dsp:txBody>
      <dsp:txXfrm>
        <a:off x="4108" y="821875"/>
        <a:ext cx="2470500" cy="2659905"/>
      </dsp:txXfrm>
    </dsp:sp>
    <dsp:sp modelId="{1DEA8D46-E9B6-49EA-9C5D-6067FED7B440}">
      <dsp:nvSpPr>
        <dsp:cNvPr id="0" name=""/>
        <dsp:cNvSpPr/>
      </dsp:nvSpPr>
      <dsp:spPr>
        <a:xfrm>
          <a:off x="2820479" y="207624"/>
          <a:ext cx="2470500" cy="614250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Bias and representativeness:</a:t>
          </a:r>
          <a:endParaRPr lang="en-US" sz="1700" kern="1200"/>
        </a:p>
      </dsp:txBody>
      <dsp:txXfrm>
        <a:off x="2820479" y="207624"/>
        <a:ext cx="2470500" cy="614250"/>
      </dsp:txXfrm>
    </dsp:sp>
    <dsp:sp modelId="{132C5853-1D25-43DD-9571-93BD1B22D904}">
      <dsp:nvSpPr>
        <dsp:cNvPr id="0" name=""/>
        <dsp:cNvSpPr/>
      </dsp:nvSpPr>
      <dsp:spPr>
        <a:xfrm>
          <a:off x="2820479" y="821875"/>
          <a:ext cx="2470500" cy="2659905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Stereotyped personas or uneven behaviour across cultures and dialects.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Possible solutions: Diverse scenario sets; bias eval suit, targeted fine tune</a:t>
          </a:r>
        </a:p>
      </dsp:txBody>
      <dsp:txXfrm>
        <a:off x="2820479" y="821875"/>
        <a:ext cx="2470500" cy="2659905"/>
      </dsp:txXfrm>
    </dsp:sp>
    <dsp:sp modelId="{7B0AD1E7-D896-43F6-848E-3859A54E23D1}">
      <dsp:nvSpPr>
        <dsp:cNvPr id="0" name=""/>
        <dsp:cNvSpPr/>
      </dsp:nvSpPr>
      <dsp:spPr>
        <a:xfrm>
          <a:off x="5636849" y="207624"/>
          <a:ext cx="2470500" cy="614250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Context scaling and memory drift: </a:t>
          </a:r>
          <a:endParaRPr lang="en-US" sz="1700" kern="1200"/>
        </a:p>
      </dsp:txBody>
      <dsp:txXfrm>
        <a:off x="5636849" y="207624"/>
        <a:ext cx="2470500" cy="614250"/>
      </dsp:txXfrm>
    </dsp:sp>
    <dsp:sp modelId="{D9DBA880-CEE1-4BE2-8996-A45D99FDE7D0}">
      <dsp:nvSpPr>
        <dsp:cNvPr id="0" name=""/>
        <dsp:cNvSpPr/>
      </dsp:nvSpPr>
      <dsp:spPr>
        <a:xfrm>
          <a:off x="5636849" y="821875"/>
          <a:ext cx="2470500" cy="2659905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Long sessions exceed context; summaries may lose their nuance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Possible solutions: structured state + retrieval over notes</a:t>
          </a:r>
        </a:p>
      </dsp:txBody>
      <dsp:txXfrm>
        <a:off x="5636849" y="821875"/>
        <a:ext cx="2470500" cy="2659905"/>
      </dsp:txXfrm>
    </dsp:sp>
    <dsp:sp modelId="{96A8A480-C285-4AD4-B3B4-BAA663FAE000}">
      <dsp:nvSpPr>
        <dsp:cNvPr id="0" name=""/>
        <dsp:cNvSpPr/>
      </dsp:nvSpPr>
      <dsp:spPr>
        <a:xfrm>
          <a:off x="8453219" y="207624"/>
          <a:ext cx="2470500" cy="61425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Cost and scalability:</a:t>
          </a:r>
          <a:endParaRPr lang="en-US" sz="1700" kern="1200"/>
        </a:p>
      </dsp:txBody>
      <dsp:txXfrm>
        <a:off x="8453219" y="207624"/>
        <a:ext cx="2470500" cy="614250"/>
      </dsp:txXfrm>
    </dsp:sp>
    <dsp:sp modelId="{D85314E1-A1F0-4BD4-B439-16868B48A5D2}">
      <dsp:nvSpPr>
        <dsp:cNvPr id="0" name=""/>
        <dsp:cNvSpPr/>
      </dsp:nvSpPr>
      <dsp:spPr>
        <a:xfrm>
          <a:off x="8453219" y="821875"/>
          <a:ext cx="2470500" cy="2659905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Per session compute cost spike with concurrency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Possible solutions: Tiered models, quantization, caching</a:t>
          </a:r>
        </a:p>
      </dsp:txBody>
      <dsp:txXfrm>
        <a:off x="8453219" y="821875"/>
        <a:ext cx="2470500" cy="26599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EEF6F-97D3-F24F-C5ED-0ACB1D20F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ADC06-4609-DDBD-F30F-9789DDF32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1C16C-B3DF-E00B-0EB6-F7DB3803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6BA32-720A-43F3-22FA-F2E12B8A9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C5398-0B5C-CAD9-9524-894A8742C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6331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0C34D-E4A0-27D6-854E-A560BE88B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8D2B3-B78D-8A6C-65A5-BD0764AF1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A4312-C9DD-3BBB-AACC-284C43D94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8DE98-0D99-93AE-F5AA-18F58438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B2C38-E5B4-A31F-7423-BD89D435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987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19040-E630-5A5F-5BD2-31BD298F7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BDA71-9507-8108-F0CF-30C05ADA0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F6FAA-B572-E3BD-BBB0-DC8A4F082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5E0B8-0620-FBD2-7B76-98015F548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55D98-CC3D-5DF0-9894-6D4B2BA6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049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DD657-B142-18B5-E7F9-A338745B8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99AC5-5F4C-C774-7CF5-8CE31EFD4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4152F-B206-DA86-7C4D-D0890D8A1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2E068-FC9F-F332-955C-C1DFA1422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FC6BC-0883-0E8C-414C-2B94A166A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D6136-1C64-9F5D-9E5A-F45CDDDD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8379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F018-4EF2-76E3-A957-8F600A849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461CB-4C4E-986A-478D-C5D8EE2EF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CED89-1A54-1257-620C-50BB1F310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35E16F-FDFC-6ACE-CEB0-0BA15D981D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B503B8-67AD-A338-292B-7EC26DB78C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B7CA3-1573-B282-8F5D-28D721053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7DED9-B310-BBDD-B671-6111EC9A9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1FD808-DDF8-CDE4-FF4B-E3FF0645E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21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9D866-F1A8-ECEF-181D-EAD90B843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8C346E-A3CE-5C68-42A8-BB5800E1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67748-5C08-A404-B4BD-79595535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60384-D240-C5F9-AC00-CE92D9E5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01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33C22-21DB-DDEB-72CC-CECF8C5A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F6587B-A7A9-1ACF-ED7F-BFE38549B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6B5B9-EA6D-C6BB-08D0-31FEF6F30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90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AE581-D3F7-0E07-B54E-59537592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770A5-CA77-CB2D-C50F-19161A0F2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82D14-F102-F011-0E8C-561EB6CA0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1F7D7-5BF3-69BB-4DDC-054D8CA17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BE254-DA10-067A-2213-56E823504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55C0C-3309-B3E0-B9C3-E1584A04B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467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7C184-41EE-B15C-41A8-8E0CDDD20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1DAB41-792F-64DB-6F11-D4FED01283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F2018-94CB-A0D7-B860-4F5824FD3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FF0DF-6FF3-2270-6377-62DFB1511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839FB-4A3D-ADC2-E4E6-F3A48A513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CC3D3-28C2-1A7C-335B-5737F9D5F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672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739C0-4385-92E1-CE2C-87262F338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AA993-62E3-336A-311B-A3FA421E9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C85C1-CAEA-A375-F716-F4346355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2E6D4-4D8A-77B9-CBF4-77FDB8B3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02230-2557-41D7-CE57-DB4FD45C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105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FC137F-E4B9-16FF-ABC6-13453B864E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904764-D32E-38AD-7091-CB3FB9B25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2B504-24D1-870B-3148-75B075688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5CB5-8B22-4DD3-A9B7-522850496763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1D38F-109A-0A14-9EDD-84CAB6561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7593D-7255-1B23-9C2B-483CA9044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99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C8BC7-0311-0A33-1CC6-4552A41E2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562EB-911A-7ECF-1D93-C312C040E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71BD7-3D19-FB85-8BF6-F3489C7590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4A5CB5-8B22-4DD3-A9B7-522850496763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C1349-7ACC-C83C-178E-8B6B78C209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2CEF7-156B-44EC-5AC3-5C4809F44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24A60E-C818-4CFF-A10B-F4242CDB1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07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912D6-B733-0293-2BF7-13C9E0C66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/>
              <a:t>CAISA: Voice based AI client for </a:t>
            </a:r>
            <a:br>
              <a:rPr lang="en-US" sz="4800" b="1"/>
            </a:br>
            <a:r>
              <a:rPr lang="en-US" sz="4800" b="1"/>
              <a:t>Therapist Training</a:t>
            </a:r>
            <a:endParaRPr lang="en-GB" sz="4800" b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0AFA1-2E47-D04A-CC5F-AD307D4E8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 fontScale="92500" lnSpcReduction="10000"/>
          </a:bodyPr>
          <a:lstStyle/>
          <a:p>
            <a:pPr algn="l"/>
            <a:r>
              <a:rPr lang="en-US" sz="1800" b="1" dirty="0">
                <a:solidFill>
                  <a:srgbClr val="FFFFFF"/>
                </a:solidFill>
              </a:rPr>
              <a:t>For AI Software Engineer KTP position at the School of Computing at University of Ulster and Pneuma Healthcare Ltd</a:t>
            </a:r>
          </a:p>
          <a:p>
            <a:pPr algn="l"/>
            <a:endParaRPr lang="en-US" sz="1800" b="1" dirty="0">
              <a:solidFill>
                <a:srgbClr val="FFFFFF"/>
              </a:solidFill>
            </a:endParaRPr>
          </a:p>
          <a:p>
            <a:pPr algn="l"/>
            <a:r>
              <a:rPr lang="en-US" sz="1800" b="1" dirty="0">
                <a:solidFill>
                  <a:srgbClr val="FFFFFF"/>
                </a:solidFill>
              </a:rPr>
              <a:t>By Muzammil Tariq</a:t>
            </a:r>
            <a:endParaRPr lang="en-GB" sz="1800" b="1" dirty="0">
              <a:solidFill>
                <a:srgbClr val="FFFFFF"/>
              </a:solidFill>
            </a:endParaRPr>
          </a:p>
        </p:txBody>
      </p:sp>
      <p:pic>
        <p:nvPicPr>
          <p:cNvPr id="7" name="Graphic 6" descr="Office Worker">
            <a:extLst>
              <a:ext uri="{FF2B5EF4-FFF2-40B4-BE49-F238E27FC236}">
                <a16:creationId xmlns:a16="http://schemas.microsoft.com/office/drawing/2014/main" id="{6A95A416-172F-9F19-01AD-3EB509907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015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25B739-14BB-EE41-279C-9B06033DF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1990" y="396645"/>
            <a:ext cx="4195674" cy="957097"/>
          </a:xfrm>
        </p:spPr>
        <p:txBody>
          <a:bodyPr anchor="b">
            <a:normAutofit/>
          </a:bodyPr>
          <a:lstStyle/>
          <a:p>
            <a:r>
              <a:rPr lang="en-US" sz="5600" dirty="0"/>
              <a:t>About me</a:t>
            </a:r>
            <a:endParaRPr lang="en-GB" sz="56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person standing in front of a door&#10;&#10;AI-generated content may be incorrect.">
            <a:extLst>
              <a:ext uri="{FF2B5EF4-FFF2-40B4-BE49-F238E27FC236}">
                <a16:creationId xmlns:a16="http://schemas.microsoft.com/office/drawing/2014/main" id="{A487A28C-A749-F20B-9824-1215B86D0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>
            <a:fillRect/>
          </a:stretch>
        </p:blipFill>
        <p:spPr>
          <a:xfrm>
            <a:off x="901026" y="1092471"/>
            <a:ext cx="4665549" cy="466554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18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A0761A2-7824-78AE-8047-7FBF5681C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1562695"/>
            <a:ext cx="4195673" cy="4898659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 Data Scientist and Machine Learning Engineer with over 4 years of experience.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Worked with Generative AI, Agentic AI, LLMs, Machine Learning models, and Software development.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I excel in cross collaborative teams where I translate data into meaningful products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Excited to bridge the gap between research and scalable products.</a:t>
            </a:r>
          </a:p>
        </p:txBody>
      </p:sp>
      <p:sp>
        <p:nvSpPr>
          <p:cNvPr id="22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4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218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BBF2E4-5DD6-5DA7-9D3D-6CA2B27A9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n-US" sz="4300" dirty="0"/>
              <a:t>About Pneuma Healthcare Limited</a:t>
            </a:r>
            <a:endParaRPr lang="en-GB" sz="43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logo with circles and text&#10;&#10;AI-generated content may be incorrect.">
            <a:extLst>
              <a:ext uri="{FF2B5EF4-FFF2-40B4-BE49-F238E27FC236}">
                <a16:creationId xmlns:a16="http://schemas.microsoft.com/office/drawing/2014/main" id="{B0D30E28-8785-4AC3-BCDE-A86E70379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5837" y="878013"/>
            <a:ext cx="5130470" cy="5130470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23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71F4ADB-7A10-FD85-A3B8-9660A8A6F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2665962"/>
            <a:ext cx="4195673" cy="3238728"/>
          </a:xfrm>
        </p:spPr>
        <p:txBody>
          <a:bodyPr anchor="t">
            <a:no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Founded by Ulster University’s Dr. Colin Gorman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Provides advanced public and private Psychological Wellbeing Practitioners (PWPs) service.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Tackling UK-wide NHS waiting list for mental health services, working with Greater Manchester Health trust 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Offers shorter waiting times through different mediums.</a:t>
            </a:r>
          </a:p>
        </p:txBody>
      </p:sp>
      <p:sp>
        <p:nvSpPr>
          <p:cNvPr id="27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9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64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DAC7B5-E9DD-1AD5-4DDD-0EA78D65B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Technical Task Overview		</a:t>
            </a:r>
            <a:endParaRPr lang="en-GB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915412-42A6-14B7-7B7A-B378AD0F70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755750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7023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1AD3BE-1E69-72F9-6984-8CFD78690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users need (therapists and supervisors)</a:t>
            </a:r>
            <a:endParaRPr lang="en-GB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D36020-1793-8EB3-25B7-050EDAC228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290327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8762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36742-EBF5-FAC4-3C28-61DDDC11F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End to end flow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C53EA42-B47A-A038-0D0B-E2A3CA6DB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1" y="1574310"/>
            <a:ext cx="10620374" cy="528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657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4CCACE-64F7-FAA6-D6FB-87F947619F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455940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5A31334-1CDA-B0C1-8AAD-2B1A1812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283" y="284614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CAISA </a:t>
            </a:r>
          </a:p>
        </p:txBody>
      </p:sp>
    </p:spTree>
    <p:extLst>
      <p:ext uri="{BB962C8B-B14F-4D97-AF65-F5344CB8AC3E}">
        <p14:creationId xmlns:p14="http://schemas.microsoft.com/office/powerpoint/2010/main" val="3108704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272C9-808F-EC9D-BA84-C85CAF905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88806-AF72-054C-6DB7-71FA6295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Core Architecture	</a:t>
            </a:r>
            <a:endParaRPr lang="en-GB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FEDF3B-7315-0A29-919F-ACEBDA904B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764907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7588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1EBAA-5676-3530-FF35-851874AF3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Challenges and Limitations</a:t>
            </a:r>
            <a:endParaRPr lang="en-GB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9FA617-B117-578D-163D-1B8B6BE761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161719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6714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9CBEC-D11B-3E6D-4BC0-39A4F8AB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A4017D-FDBC-D720-0EE7-6C5A57AE8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Challenges and Limitations</a:t>
            </a:r>
            <a:endParaRPr lang="en-GB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727113-2088-74EE-0C2F-BC76DCCC76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695863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603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C4D6F-A599-6A0E-BD85-D9B4A4674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9FD3EE-18D0-3561-FDA1-C1B99720F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Evaluation Experiments</a:t>
            </a: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A95F8-DE86-FF96-1666-E41E369DC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Design:</a:t>
            </a:r>
          </a:p>
          <a:p>
            <a:pPr lvl="1"/>
            <a:r>
              <a:rPr lang="en-US" sz="1700"/>
              <a:t>Pre/post fine-turn (or LoRA) on therapist client chat history, randomized A/B prompts vs fine-tuned model using identical scenarios</a:t>
            </a:r>
          </a:p>
          <a:p>
            <a:r>
              <a:rPr lang="en-US" sz="1700"/>
              <a:t>Measures: </a:t>
            </a:r>
          </a:p>
          <a:p>
            <a:pPr lvl="1"/>
            <a:r>
              <a:rPr lang="en-US" sz="1700"/>
              <a:t>Human rubric (for empathy)</a:t>
            </a:r>
          </a:p>
          <a:p>
            <a:pPr lvl="1"/>
            <a:r>
              <a:rPr lang="en-US" sz="1700"/>
              <a:t>Model assisted rater</a:t>
            </a:r>
          </a:p>
          <a:p>
            <a:pPr lvl="1"/>
            <a:r>
              <a:rPr lang="en-US" sz="1700"/>
              <a:t>Behavioral: response length variance, context carryover rate, refusal rate on risky prompts</a:t>
            </a:r>
          </a:p>
          <a:p>
            <a:r>
              <a:rPr lang="en-US" sz="1700"/>
              <a:t>Stats:</a:t>
            </a:r>
          </a:p>
          <a:p>
            <a:pPr lvl="1"/>
            <a:r>
              <a:rPr lang="en-US" sz="1700"/>
              <a:t>Paired t-test or Wilcoxon on per scenario empathy; report the effect size.</a:t>
            </a:r>
          </a:p>
          <a:p>
            <a:r>
              <a:rPr lang="en-US" sz="1700"/>
              <a:t>Monitoring over time:</a:t>
            </a:r>
          </a:p>
          <a:p>
            <a:pPr lvl="1"/>
            <a:r>
              <a:rPr lang="en-US" sz="1700"/>
              <a:t>Rolling weekly dashboards, empathy means, risk flag rates, alert and notify drift offs.</a:t>
            </a:r>
          </a:p>
        </p:txBody>
      </p:sp>
    </p:spTree>
    <p:extLst>
      <p:ext uri="{BB962C8B-B14F-4D97-AF65-F5344CB8AC3E}">
        <p14:creationId xmlns:p14="http://schemas.microsoft.com/office/powerpoint/2010/main" val="3460842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2009</TotalTime>
  <Words>680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CAISA: Voice based AI client for  Therapist Training</vt:lpstr>
      <vt:lpstr>About me</vt:lpstr>
      <vt:lpstr>About Pneuma Healthcare Limited</vt:lpstr>
      <vt:lpstr>Technical Task Overview  </vt:lpstr>
      <vt:lpstr>What users need (therapists and supervisors)</vt:lpstr>
      <vt:lpstr>End to end flow </vt:lpstr>
      <vt:lpstr>CAISA </vt:lpstr>
      <vt:lpstr>Core Architecture </vt:lpstr>
      <vt:lpstr>Challenges and Limitations</vt:lpstr>
      <vt:lpstr>Challenges and Limitations</vt:lpstr>
      <vt:lpstr>Evaluation Experiments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Muzammil Tariq</dc:creator>
  <cp:lastModifiedBy>Muzammil Tariq</cp:lastModifiedBy>
  <cp:revision>15</cp:revision>
  <dcterms:created xsi:type="dcterms:W3CDTF">2025-10-13T13:23:53Z</dcterms:created>
  <dcterms:modified xsi:type="dcterms:W3CDTF">2025-10-20T16:25:08Z</dcterms:modified>
</cp:coreProperties>
</file>